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82" d="100"/>
          <a:sy n="82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Data Analytics</a:t>
          </a:r>
          <a:endParaRPr lang="en-GB" sz="2400" b="1" dirty="0"/>
        </a:p>
        <a:p>
          <a:r>
            <a:rPr lang="en-GB" sz="1600" b="1" dirty="0"/>
            <a:t>Jatin Rathod | IP-11635 | Cloud </a:t>
          </a:r>
          <a:r>
            <a:rPr lang="en-GB" sz="1600" b="1" dirty="0" err="1"/>
            <a:t>Counselage</a:t>
          </a:r>
          <a:r>
            <a:rPr lang="en-GB" sz="1600" b="1" dirty="0"/>
            <a:t> GPI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0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IN" sz="900" dirty="0"/>
            <a:t>Requirements &amp; SRS</a:t>
          </a:r>
          <a:endParaRPr lang="en-GB" sz="900" dirty="0"/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0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000" dirty="0"/>
            <a:t>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IN" sz="1000" dirty="0"/>
            <a:t>RAID &amp; Lessons</a:t>
          </a:r>
          <a:endParaRPr lang="en-GB" sz="1000" dirty="0"/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900" dirty="0"/>
            <a:t>Lessons Learnt 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IN" sz="1000" dirty="0"/>
            <a:t>Data Cleaning</a:t>
          </a:r>
          <a:endParaRPr lang="en-GB" sz="1000" dirty="0"/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000" dirty="0"/>
            <a:t>EDA – Basic 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000" dirty="0"/>
            <a:t>EDA – Moderate 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IN" sz="1000" b="0" dirty="0"/>
            <a:t>Dashboard</a:t>
          </a:r>
          <a:endParaRPr lang="en-GB" sz="1000" b="0" dirty="0"/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IN" sz="1000" dirty="0"/>
            <a:t>Data Profiling</a:t>
          </a:r>
          <a:endParaRPr lang="en-GB" sz="1000" dirty="0"/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900" b="0" dirty="0"/>
            <a:t>EDA Notebook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IN" sz="900" dirty="0"/>
            <a:t>Q1–Q9 Analysis</a:t>
          </a:r>
          <a:endParaRPr lang="en-GB" sz="900" dirty="0"/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IN" sz="1000" dirty="0"/>
            <a:t>Q10–Q17 Analysis</a:t>
          </a:r>
          <a:endParaRPr lang="en-GB" sz="1000" dirty="0"/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900" dirty="0"/>
            <a:t>Power BI  Dashboard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000" b="0" dirty="0"/>
            <a:t>Summary </a:t>
          </a:r>
          <a:endParaRPr lang="en-GB" sz="1000" b="0" dirty="0"/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000" dirty="0"/>
            <a:t>Key Findings</a:t>
          </a:r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900" dirty="0"/>
            <a:t>Recommendations</a:t>
          </a:r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000" dirty="0"/>
            <a:t>Future Scope</a:t>
          </a:r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000" dirty="0"/>
            <a:t>Project Report</a:t>
          </a:r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900" dirty="0"/>
            <a:t>IAC Submission</a:t>
          </a:r>
          <a:endParaRPr lang="en-GB" sz="900" dirty="0"/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000" dirty="0"/>
            <a:t>Experience Letter</a:t>
          </a:r>
        </a:p>
      </dgm:t>
    </dgm:pt>
    <dgm:pt modelId="{72873E73-5BDD-2945-B603-202D1D221223}" type="parTrans" cxnId="{E43F0EBB-36D2-954F-A12F-E685E2848B3A}">
      <dgm:prSet/>
      <dgm:spPr/>
      <dgm:t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>
        <a:bodyPr/>
        <a:lstStyle/>
        <a:p>
          <a:endParaRPr lang="en-GB"/>
        </a:p>
      </dgm:t>
    </dgm:pt>
    <dgm:pt modelId="{887DBBDA-5A70-4C2F-82EF-DA269A223DB6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Outlier Detection </a:t>
          </a:r>
          <a:endParaRPr lang="en-GB" sz="1000" dirty="0"/>
        </a:p>
      </dgm:t>
    </dgm:pt>
    <dgm:pt modelId="{FD6AE785-1ADB-4E47-9F20-BD49958273B0}" type="parTrans" cxnId="{637DA671-D889-4442-8A0A-6D009492A61C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IN"/>
        </a:p>
      </dgm:t>
    </dgm:pt>
    <dgm:pt modelId="{BDC72CF4-FDF4-4213-BA2B-942ABF8413A4}" type="sibTrans" cxnId="{637DA671-D889-4442-8A0A-6D009492A61C}">
      <dgm:prSet/>
      <dgm:spPr/>
      <dgm:t>
        <a:bodyPr/>
        <a:lstStyle/>
        <a:p>
          <a:endParaRPr lang="en-IN"/>
        </a:p>
      </dgm:t>
    </dgm:pt>
    <dgm:pt modelId="{9DEB5B9B-FB81-429F-BC39-AF2B39384845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900" b="0" dirty="0"/>
            <a:t>Standardization </a:t>
          </a:r>
          <a:endParaRPr lang="en-GB" sz="900" b="0" dirty="0"/>
        </a:p>
      </dgm:t>
    </dgm:pt>
    <dgm:pt modelId="{2CFC069E-F872-411E-A9A8-C3BD4664D0C2}" type="parTrans" cxnId="{6042C08E-D518-48FF-94E5-2E54758F74C9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IN"/>
        </a:p>
      </dgm:t>
    </dgm:pt>
    <dgm:pt modelId="{AB8B3007-E941-4285-A0D6-3123A5D3CDEC}" type="sibTrans" cxnId="{6042C08E-D518-48FF-94E5-2E54758F74C9}">
      <dgm:prSet/>
      <dgm:spPr/>
      <dgm:t>
        <a:bodyPr/>
        <a:lstStyle/>
        <a:p>
          <a:endParaRPr lang="en-IN"/>
        </a:p>
      </dgm:t>
    </dgm:pt>
    <dgm:pt modelId="{C611ACB8-D9C1-4AC3-8799-7F02BD372A6D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Sample Filter</a:t>
          </a:r>
          <a:endParaRPr lang="en-GB" sz="1000" dirty="0"/>
        </a:p>
      </dgm:t>
    </dgm:pt>
    <dgm:pt modelId="{8FDD36D1-EB0F-424E-9FD0-B7F0FD8785BB}" type="parTrans" cxnId="{E6C49BFD-B943-4B24-A273-AF44AEDE50A5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IN"/>
        </a:p>
      </dgm:t>
    </dgm:pt>
    <dgm:pt modelId="{DE32F08E-8910-4043-AA83-EE07C16D854A}" type="sibTrans" cxnId="{E6C49BFD-B943-4B24-A273-AF44AEDE50A5}">
      <dgm:prSet/>
      <dgm:spPr/>
      <dgm:t>
        <a:bodyPr/>
        <a:lstStyle/>
        <a:p>
          <a:endParaRPr lang="en-IN"/>
        </a:p>
      </dgm:t>
    </dgm:pt>
    <dgm:pt modelId="{8FF9DC0C-BEB6-4086-BF92-853131A2BA1F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Quadrant Segmentation</a:t>
          </a:r>
          <a:endParaRPr lang="en-GB" sz="1000" dirty="0"/>
        </a:p>
      </dgm:t>
    </dgm:pt>
    <dgm:pt modelId="{6E3DAFEA-5242-4F0F-B574-F8836AF8B3CB}" type="parTrans" cxnId="{24653B89-619E-4EC3-BC85-38E92F942449}">
      <dgm:prSet/>
      <dgm:spPr>
        <a:solidFill>
          <a:schemeClr val="accent5"/>
        </a:solidFill>
        <a:ln>
          <a:solidFill>
            <a:schemeClr val="accent5"/>
          </a:solidFill>
        </a:ln>
      </dgm:spPr>
      <dgm:t>
        <a:bodyPr/>
        <a:lstStyle/>
        <a:p>
          <a:endParaRPr lang="en-IN"/>
        </a:p>
      </dgm:t>
    </dgm:pt>
    <dgm:pt modelId="{46463B0D-B729-4E65-B2AB-09FE8DEFE41B}" type="sibTrans" cxnId="{24653B89-619E-4EC3-BC85-38E92F942449}">
      <dgm:prSet/>
      <dgm:spPr/>
      <dgm:t>
        <a:bodyPr/>
        <a:lstStyle/>
        <a:p>
          <a:endParaRPr lang="en-IN"/>
        </a:p>
      </dgm:t>
    </dgm:pt>
    <dgm:pt modelId="{C8704828-8A97-4F33-B442-7C07E449DBD5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Demo Recording</a:t>
          </a:r>
          <a:endParaRPr lang="en-GB" sz="1000" dirty="0"/>
        </a:p>
      </dgm:t>
    </dgm:pt>
    <dgm:pt modelId="{095DAD29-9AF5-41DB-A0F3-D3FAF7A539C3}" type="parTrans" cxnId="{BC541647-D00F-4046-B8A3-C3DD6CA7028D}">
      <dgm:prSet/>
      <dgm:spPr/>
      <dgm:t>
        <a:bodyPr/>
        <a:lstStyle/>
        <a:p>
          <a:endParaRPr lang="en-IN"/>
        </a:p>
      </dgm:t>
    </dgm:pt>
    <dgm:pt modelId="{DD8BE1F5-5998-4E1C-BEBD-6FEBB84383D0}" type="sibTrans" cxnId="{BC541647-D00F-4046-B8A3-C3DD6CA7028D}">
      <dgm:prSet/>
      <dgm:spPr/>
      <dgm:t>
        <a:bodyPr/>
        <a:lstStyle/>
        <a:p>
          <a:endParaRPr lang="en-IN"/>
        </a:p>
      </dgm:t>
    </dgm:pt>
    <dgm:pt modelId="{68A34878-6044-4756-84B1-D7A243BDAA1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Document Review</a:t>
          </a:r>
          <a:endParaRPr lang="en-GB" sz="1000" dirty="0"/>
        </a:p>
      </dgm:t>
    </dgm:pt>
    <dgm:pt modelId="{718FB1B8-3EFA-48B9-A18A-8A30712C5BB8}" type="parTrans" cxnId="{60860A51-B8F0-4AA1-89B0-12F0AAEEE8AE}">
      <dgm:prSet/>
      <dgm:spPr/>
      <dgm:t>
        <a:bodyPr/>
        <a:lstStyle/>
        <a:p>
          <a:endParaRPr lang="en-IN"/>
        </a:p>
      </dgm:t>
    </dgm:pt>
    <dgm:pt modelId="{FD462543-A3D7-4EDD-8488-C6D0CB61EAE5}" type="sibTrans" cxnId="{60860A51-B8F0-4AA1-89B0-12F0AAEEE8AE}">
      <dgm:prSet/>
      <dgm:spPr/>
      <dgm:t>
        <a:bodyPr/>
        <a:lstStyle/>
        <a:p>
          <a:endParaRPr lang="en-IN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855452" custScaleY="504246" custLinFactY="-314274" custLinFactNeighborX="-10346" custLinFactNeighborY="-400000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349626" custScaleY="122949" custLinFactY="-169116" custLinFactNeighborX="1528" custLinFactNeighborY="-200000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2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2"/>
      <dgm:spPr/>
    </dgm:pt>
    <dgm:pt modelId="{082858DA-3FBC-224B-94F4-A3E62BFB3CA0}" type="pres">
      <dgm:prSet presAssocID="{6F990348-5120-7140-980E-D1A49D03543A}" presName="text3" presStyleLbl="fgAcc3" presStyleIdx="0" presStyleCnt="12" custScaleX="207779" custScaleY="156109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2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2"/>
      <dgm:spPr/>
    </dgm:pt>
    <dgm:pt modelId="{8EEDF970-CC88-124A-A9E9-A1462E464C5C}" type="pres">
      <dgm:prSet presAssocID="{29AD3176-2D40-CF49-A544-12BEE310D254}" presName="text3" presStyleLbl="fgAcc3" presStyleIdx="1" presStyleCnt="12" custScaleX="293199" custScaleY="135104" custLinFactNeighborX="89826" custLinFactNeighborY="-10189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 custScaleX="300800" custScaleY="159431" custLinFactY="-163968" custLinFactNeighborX="-7018" custLinFactNeighborY="-200000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2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2"/>
      <dgm:spPr/>
    </dgm:pt>
    <dgm:pt modelId="{1335637A-7683-4A41-B519-CE080C5D3C7D}" type="pres">
      <dgm:prSet presAssocID="{50A67927-BA02-734A-A0AE-86F97EFE870C}" presName="text3" presStyleLbl="fgAcc3" presStyleIdx="2" presStyleCnt="12" custScaleX="154125" custScaleY="89231" custLinFactY="-100000" custLinFactNeighborX="26643" custLinFactNeighborY="-180497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2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2"/>
      <dgm:spPr/>
    </dgm:pt>
    <dgm:pt modelId="{98149894-16C1-9849-9F1D-7F8F3F75A8FC}" type="pres">
      <dgm:prSet presAssocID="{98D6B55B-33A1-654B-9A07-4017B4BCBC3D}" presName="text3" presStyleLbl="fgAcc3" presStyleIdx="3" presStyleCnt="12" custScaleX="208072" custScaleY="83113" custLinFactNeighborX="98777" custLinFactNeighborY="-44528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2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2"/>
      <dgm:spPr/>
    </dgm:pt>
    <dgm:pt modelId="{EACE96B3-4D7B-5841-A0E5-AF7D060742AB}" type="pres">
      <dgm:prSet presAssocID="{7634EBF5-E466-1B4A-B6D3-3F4B45B7606D}" presName="text3" presStyleLbl="fgAcc3" presStyleIdx="4" presStyleCnt="12" custScaleX="322273" custScaleY="118104" custLinFactX="37847" custLinFactY="-100000" custLinFactNeighborX="100000" custLinFactNeighborY="-175636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422789" custScaleY="130099" custLinFactX="113227" custLinFactY="-163968" custLinFactNeighborX="200000" custLinFactNeighborY="-200000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2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2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2" custScaleX="261438" custScaleY="136395" custLinFactX="100000" custLinFactY="-81434" custLinFactNeighborX="178414" custLinFactNeighborY="-10000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6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6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6" custScaleX="229724" custScaleY="154594" custLinFactX="-200000" custLinFactNeighborX="-232608" custLinFactNeighborY="90226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569A5F3A-4E52-48EA-859C-370CC039C2FD}" type="pres">
      <dgm:prSet presAssocID="{FD6AE785-1ADB-4E47-9F20-BD49958273B0}" presName="Name23" presStyleLbl="parChTrans1D4" presStyleIdx="1" presStyleCnt="16"/>
      <dgm:spPr/>
    </dgm:pt>
    <dgm:pt modelId="{E86794D7-6CD4-45C1-A016-F7B321826338}" type="pres">
      <dgm:prSet presAssocID="{887DBBDA-5A70-4C2F-82EF-DA269A223DB6}" presName="hierRoot4" presStyleCnt="0"/>
      <dgm:spPr/>
    </dgm:pt>
    <dgm:pt modelId="{A3A0F3F8-A416-4599-B61E-38A7A2D32726}" type="pres">
      <dgm:prSet presAssocID="{887DBBDA-5A70-4C2F-82EF-DA269A223DB6}" presName="composite4" presStyleCnt="0"/>
      <dgm:spPr/>
    </dgm:pt>
    <dgm:pt modelId="{6B746CC5-1B73-4770-A074-3F7C0BB16490}" type="pres">
      <dgm:prSet presAssocID="{887DBBDA-5A70-4C2F-82EF-DA269A223DB6}" presName="background4" presStyleLbl="node4" presStyleIdx="1" presStyleCnt="16"/>
      <dgm:spPr>
        <a:solidFill>
          <a:schemeClr val="accent5"/>
        </a:solidFill>
      </dgm:spPr>
    </dgm:pt>
    <dgm:pt modelId="{380C65A8-4FC8-49A3-A3A3-AD0E47C7423F}" type="pres">
      <dgm:prSet presAssocID="{887DBBDA-5A70-4C2F-82EF-DA269A223DB6}" presName="text4" presStyleLbl="fgAcc4" presStyleIdx="1" presStyleCnt="16" custScaleX="241255" custScaleY="190375" custLinFactX="-175964" custLinFactY="17291" custLinFactNeighborX="-200000" custLinFactNeighborY="100000">
        <dgm:presLayoutVars>
          <dgm:chPref val="3"/>
        </dgm:presLayoutVars>
      </dgm:prSet>
      <dgm:spPr/>
    </dgm:pt>
    <dgm:pt modelId="{7D44DF22-D85C-463D-8FE0-BE99841F1854}" type="pres">
      <dgm:prSet presAssocID="{887DBBDA-5A70-4C2F-82EF-DA269A223DB6}" presName="hierChild5" presStyleCnt="0"/>
      <dgm:spPr/>
    </dgm:pt>
    <dgm:pt modelId="{324B13CA-78DC-4553-B52F-86BB0E109E9A}" type="pres">
      <dgm:prSet presAssocID="{2CFC069E-F872-411E-A9A8-C3BD4664D0C2}" presName="Name23" presStyleLbl="parChTrans1D4" presStyleIdx="2" presStyleCnt="16"/>
      <dgm:spPr/>
    </dgm:pt>
    <dgm:pt modelId="{DB8CA1D4-40D2-4D62-969B-C84B870FC019}" type="pres">
      <dgm:prSet presAssocID="{9DEB5B9B-FB81-429F-BC39-AF2B39384845}" presName="hierRoot4" presStyleCnt="0"/>
      <dgm:spPr/>
    </dgm:pt>
    <dgm:pt modelId="{01E457D8-C482-4CB5-8E53-6FD31E134E04}" type="pres">
      <dgm:prSet presAssocID="{9DEB5B9B-FB81-429F-BC39-AF2B39384845}" presName="composite4" presStyleCnt="0"/>
      <dgm:spPr/>
    </dgm:pt>
    <dgm:pt modelId="{EC15A6C4-0CA9-40F8-9808-F865E2333BF2}" type="pres">
      <dgm:prSet presAssocID="{9DEB5B9B-FB81-429F-BC39-AF2B39384845}" presName="background4" presStyleLbl="node4" presStyleIdx="2" presStyleCnt="16"/>
      <dgm:spPr>
        <a:solidFill>
          <a:schemeClr val="accent5"/>
        </a:solidFill>
      </dgm:spPr>
    </dgm:pt>
    <dgm:pt modelId="{70567FC2-42CC-421F-A060-8662D6988BAB}" type="pres">
      <dgm:prSet presAssocID="{9DEB5B9B-FB81-429F-BC39-AF2B39384845}" presName="text4" presStyleLbl="fgAcc4" presStyleIdx="2" presStyleCnt="16" custScaleX="314481" custScaleY="128262" custLinFactX="-200000" custLinFactY="50900" custLinFactNeighborX="-297854" custLinFactNeighborY="100000">
        <dgm:presLayoutVars>
          <dgm:chPref val="3"/>
        </dgm:presLayoutVars>
      </dgm:prSet>
      <dgm:spPr/>
    </dgm:pt>
    <dgm:pt modelId="{C5FBF302-5B8D-49D2-A725-A2C8E4901F86}" type="pres">
      <dgm:prSet presAssocID="{9DEB5B9B-FB81-429F-BC39-AF2B39384845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3" presStyleCnt="16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3" presStyleCnt="16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3" presStyleCnt="16" custScaleX="180996" custScaleY="134347" custLinFactX="-300000" custLinFactY="196555" custLinFactNeighborX="-335205" custLinFactNeighborY="200000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4" presStyleCnt="16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4" presStyleCnt="16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4" presStyleCnt="16" custScaleX="286333" custScaleY="172083" custLinFactX="-256239" custLinFactY="200000" custLinFactNeighborX="-300000" custLinFactNeighborY="24355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5" presStyleCnt="16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5" presStyleCnt="16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5" presStyleCnt="16" custScaleX="277662" custScaleY="136074" custLinFactX="-200000" custLinFactY="200000" custLinFactNeighborX="-284331" custLinFactNeighborY="201616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6" presStyleCnt="16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6" presStyleCnt="16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6" presStyleCnt="16" custScaleX="219907" custScaleY="113189" custLinFactX="-200000" custLinFactY="50908" custLinFactNeighborX="-241339" custLinFactNeighborY="100000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2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2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2" custScaleX="243678" custScaleY="130302" custLinFactX="-110278" custLinFactY="-63579" custLinFactNeighborX="-200000" custLinFactNeighborY="-100000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7" presStyleCnt="16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7" presStyleCnt="16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7" presStyleCnt="16" custScaleX="271868" custScaleY="133721" custLinFactX="-177119" custLinFactY="92204" custLinFactNeighborX="-200000" custLinFactNeighborY="100000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DDEFD511-0F87-48C6-B33F-3CD83EFAAD23}" type="pres">
      <dgm:prSet presAssocID="{8FDD36D1-EB0F-424E-9FD0-B7F0FD8785BB}" presName="Name23" presStyleLbl="parChTrans1D4" presStyleIdx="8" presStyleCnt="16"/>
      <dgm:spPr/>
    </dgm:pt>
    <dgm:pt modelId="{0AF609C6-A1A3-480C-B91C-9AC5070C6087}" type="pres">
      <dgm:prSet presAssocID="{C611ACB8-D9C1-4AC3-8799-7F02BD372A6D}" presName="hierRoot4" presStyleCnt="0"/>
      <dgm:spPr/>
    </dgm:pt>
    <dgm:pt modelId="{63C595B6-D4FD-454C-99D8-7945C2E18EC0}" type="pres">
      <dgm:prSet presAssocID="{C611ACB8-D9C1-4AC3-8799-7F02BD372A6D}" presName="composite4" presStyleCnt="0"/>
      <dgm:spPr/>
    </dgm:pt>
    <dgm:pt modelId="{C4889D53-DF6E-4642-A197-917C59F648DF}" type="pres">
      <dgm:prSet presAssocID="{C611ACB8-D9C1-4AC3-8799-7F02BD372A6D}" presName="background4" presStyleLbl="node4" presStyleIdx="8" presStyleCnt="16"/>
      <dgm:spPr>
        <a:solidFill>
          <a:schemeClr val="accent5"/>
        </a:solidFill>
      </dgm:spPr>
    </dgm:pt>
    <dgm:pt modelId="{2C5A6CE5-DA05-497B-B717-71ABD29A5A2F}" type="pres">
      <dgm:prSet presAssocID="{C611ACB8-D9C1-4AC3-8799-7F02BD372A6D}" presName="text4" presStyleLbl="fgAcc4" presStyleIdx="8" presStyleCnt="16" custScaleX="177182" custScaleY="128060" custLinFactY="100000" custLinFactNeighborX="54070" custLinFactNeighborY="115826">
        <dgm:presLayoutVars>
          <dgm:chPref val="3"/>
        </dgm:presLayoutVars>
      </dgm:prSet>
      <dgm:spPr/>
    </dgm:pt>
    <dgm:pt modelId="{1ACFA640-F429-4AE6-9E31-4E45E37516E4}" type="pres">
      <dgm:prSet presAssocID="{C611ACB8-D9C1-4AC3-8799-7F02BD372A6D}" presName="hierChild5" presStyleCnt="0"/>
      <dgm:spPr/>
    </dgm:pt>
    <dgm:pt modelId="{72BEECA5-4C18-4449-AC3C-A222387A1755}" type="pres">
      <dgm:prSet presAssocID="{6E3DAFEA-5242-4F0F-B574-F8836AF8B3CB}" presName="Name23" presStyleLbl="parChTrans1D4" presStyleIdx="9" presStyleCnt="16"/>
      <dgm:spPr/>
    </dgm:pt>
    <dgm:pt modelId="{51766666-6EEF-4E4F-AD4F-93AAF4FFD5A6}" type="pres">
      <dgm:prSet presAssocID="{8FF9DC0C-BEB6-4086-BF92-853131A2BA1F}" presName="hierRoot4" presStyleCnt="0"/>
      <dgm:spPr/>
    </dgm:pt>
    <dgm:pt modelId="{4857BB97-6BC1-40A0-8B0F-2229DE0BB600}" type="pres">
      <dgm:prSet presAssocID="{8FF9DC0C-BEB6-4086-BF92-853131A2BA1F}" presName="composite4" presStyleCnt="0"/>
      <dgm:spPr/>
    </dgm:pt>
    <dgm:pt modelId="{860EDE5E-86EC-4ACE-8262-1CBD131BC2E7}" type="pres">
      <dgm:prSet presAssocID="{8FF9DC0C-BEB6-4086-BF92-853131A2BA1F}" presName="background4" presStyleLbl="node4" presStyleIdx="9" presStyleCnt="16"/>
      <dgm:spPr>
        <a:solidFill>
          <a:schemeClr val="accent5"/>
        </a:solidFill>
      </dgm:spPr>
    </dgm:pt>
    <dgm:pt modelId="{3A5539BE-58BB-49ED-BC15-3FD6685AF763}" type="pres">
      <dgm:prSet presAssocID="{8FF9DC0C-BEB6-4086-BF92-853131A2BA1F}" presName="text4" presStyleLbl="fgAcc4" presStyleIdx="9" presStyleCnt="16" custScaleX="315340" custScaleY="150714" custLinFactX="-236399" custLinFactNeighborX="-300000" custLinFactNeighborY="41490">
        <dgm:presLayoutVars>
          <dgm:chPref val="3"/>
        </dgm:presLayoutVars>
      </dgm:prSet>
      <dgm:spPr/>
    </dgm:pt>
    <dgm:pt modelId="{0378D625-9134-446A-BFEB-CB8014FB1047}" type="pres">
      <dgm:prSet presAssocID="{8FF9DC0C-BEB6-4086-BF92-853131A2BA1F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10" presStyleCnt="16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10" presStyleCnt="16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10" presStyleCnt="16" custScaleX="216541" custScaleY="115998" custLinFactX="-200000" custLinFactY="200000" custLinFactNeighborX="-294442" custLinFactNeighborY="201751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11" presStyleCnt="16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11" presStyleCnt="16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11" presStyleCnt="16" custScaleX="251698" custScaleY="141043" custLinFactX="200000" custLinFactY="195386" custLinFactNeighborX="221901" custLinFactNeighborY="200000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12" presStyleCnt="16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12" presStyleCnt="16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12" presStyleCnt="16" custScaleX="371545" custScaleY="142162" custLinFactX="-316046" custLinFactY="200000" custLinFactNeighborX="-400000" custLinFactNeighborY="229569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13" presStyleCnt="16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13" presStyleCnt="16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13" presStyleCnt="16" custScaleX="244870" custScaleY="128540" custLinFactX="-300000" custLinFactY="200000" custLinFactNeighborX="-326021" custLinFactNeighborY="230813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2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2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2" custScaleX="356719" custScaleY="108671" custLinFactX="-68435" custLinFactY="-64682" custLinFactNeighborX="-100000" custLinFactNeighborY="-10000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4" presStyleCnt="16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4" presStyleCnt="16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4" presStyleCnt="16" custScaleX="269309" custScaleY="169949" custLinFactX="-68470" custLinFactNeighborX="-100000" custLinFactNeighborY="5859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2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2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2" custScaleX="239614" custScaleY="130488" custLinFactX="-2741" custLinFactY="-84724" custLinFactNeighborX="-100000" custLinFactNeighborY="-100000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5" presStyleCnt="16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5" presStyleCnt="16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5" presStyleCnt="16" custScaleX="269266" custScaleY="123222" custLinFactX="-3065" custLinFactNeighborX="-100000" custLinFactNeighborY="5285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 custScaleX="309286" custScaleY="111777" custLinFactY="-156268" custLinFactNeighborX="-467" custLinFactNeighborY="-200000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2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2"/>
      <dgm:spPr/>
    </dgm:pt>
    <dgm:pt modelId="{9667A29C-175F-3046-887F-2D268E592584}" type="pres">
      <dgm:prSet presAssocID="{089FD83E-6928-1E43-95D3-124D5441D173}" presName="text3" presStyleLbl="fgAcc3" presStyleIdx="9" presStyleCnt="12" custScaleX="181617" custScaleY="118479" custLinFactY="7547" custLinFactNeighborX="-291" custLinFactNeighborY="100000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  <dgm:pt modelId="{0FC35C34-1647-41C4-A33A-18131333C0A6}" type="pres">
      <dgm:prSet presAssocID="{095DAD29-9AF5-41DB-A0F3-D3FAF7A539C3}" presName="Name17" presStyleLbl="parChTrans1D3" presStyleIdx="10" presStyleCnt="12"/>
      <dgm:spPr/>
    </dgm:pt>
    <dgm:pt modelId="{CF06D13F-9363-4D87-A26E-EAD90AE68C32}" type="pres">
      <dgm:prSet presAssocID="{C8704828-8A97-4F33-B442-7C07E449DBD5}" presName="hierRoot3" presStyleCnt="0"/>
      <dgm:spPr/>
    </dgm:pt>
    <dgm:pt modelId="{7195795F-839E-4D89-B357-BADB67163461}" type="pres">
      <dgm:prSet presAssocID="{C8704828-8A97-4F33-B442-7C07E449DBD5}" presName="composite3" presStyleCnt="0"/>
      <dgm:spPr/>
    </dgm:pt>
    <dgm:pt modelId="{5B745558-D3C7-450E-A5F0-69D20E3770B6}" type="pres">
      <dgm:prSet presAssocID="{C8704828-8A97-4F33-B442-7C07E449DBD5}" presName="background3" presStyleLbl="node3" presStyleIdx="10" presStyleCnt="12"/>
      <dgm:spPr/>
    </dgm:pt>
    <dgm:pt modelId="{CD14239B-612F-452E-9338-FAD1452BA31C}" type="pres">
      <dgm:prSet presAssocID="{C8704828-8A97-4F33-B442-7C07E449DBD5}" presName="text3" presStyleLbl="fgAcc3" presStyleIdx="10" presStyleCnt="12" custScaleX="318348" custScaleY="191392" custLinFactY="191784" custLinFactNeighborX="35776" custLinFactNeighborY="200000">
        <dgm:presLayoutVars>
          <dgm:chPref val="3"/>
        </dgm:presLayoutVars>
      </dgm:prSet>
      <dgm:spPr/>
    </dgm:pt>
    <dgm:pt modelId="{582020CD-9D4E-4C9C-A410-06387CCA4E1C}" type="pres">
      <dgm:prSet presAssocID="{C8704828-8A97-4F33-B442-7C07E449DBD5}" presName="hierChild4" presStyleCnt="0"/>
      <dgm:spPr/>
    </dgm:pt>
    <dgm:pt modelId="{6BEE3F14-F950-4C20-B3CD-6D6BBF2C2F86}" type="pres">
      <dgm:prSet presAssocID="{718FB1B8-3EFA-48B9-A18A-8A30712C5BB8}" presName="Name17" presStyleLbl="parChTrans1D3" presStyleIdx="11" presStyleCnt="12"/>
      <dgm:spPr/>
    </dgm:pt>
    <dgm:pt modelId="{FFA294DD-9DBA-4D45-862C-5CA89044F584}" type="pres">
      <dgm:prSet presAssocID="{68A34878-6044-4756-84B1-D7A243BDAA16}" presName="hierRoot3" presStyleCnt="0"/>
      <dgm:spPr/>
    </dgm:pt>
    <dgm:pt modelId="{1E92A701-6726-4C69-9A07-CA450F15DABA}" type="pres">
      <dgm:prSet presAssocID="{68A34878-6044-4756-84B1-D7A243BDAA16}" presName="composite3" presStyleCnt="0"/>
      <dgm:spPr/>
    </dgm:pt>
    <dgm:pt modelId="{CE55E9BF-6609-41E0-8D0B-37733FE0144D}" type="pres">
      <dgm:prSet presAssocID="{68A34878-6044-4756-84B1-D7A243BDAA16}" presName="background3" presStyleLbl="node3" presStyleIdx="11" presStyleCnt="12"/>
      <dgm:spPr/>
    </dgm:pt>
    <dgm:pt modelId="{4A510F92-51CD-486D-8EF2-C2FAEFFCAF75}" type="pres">
      <dgm:prSet presAssocID="{68A34878-6044-4756-84B1-D7A243BDAA16}" presName="text3" presStyleLbl="fgAcc3" presStyleIdx="11" presStyleCnt="12" custScaleX="263166" custScaleY="233815" custLinFactY="4071" custLinFactNeighborX="2046" custLinFactNeighborY="100000">
        <dgm:presLayoutVars>
          <dgm:chPref val="3"/>
        </dgm:presLayoutVars>
      </dgm:prSet>
      <dgm:spPr/>
    </dgm:pt>
    <dgm:pt modelId="{F2D9010D-E291-4CB3-A40D-5A88D36807B6}" type="pres">
      <dgm:prSet presAssocID="{68A34878-6044-4756-84B1-D7A243BDAA16}" presName="hierChild4" presStyleCnt="0"/>
      <dgm:spPr/>
    </dgm:pt>
  </dgm:ptLst>
  <dgm:cxnLst>
    <dgm:cxn modelId="{B7123702-C4A0-1F47-95DA-DEE6D88184FD}" srcId="{8FF9DC0C-BEB6-4086-BF92-853131A2BA1F}" destId="{2E5B166C-9F1A-1A40-BE57-97EA2A4F71E6}" srcOrd="0" destOrd="0" parTransId="{3C4B69D1-D6CE-7142-B782-AC33E8916659}" sibTransId="{2CF3B4AA-7C11-2546-98DE-F3AAC32AAF14}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CC29F90B-F1AC-4995-97C3-25C0553E5144}" type="presOf" srcId="{8FF9DC0C-BEB6-4086-BF92-853131A2BA1F}" destId="{3A5539BE-58BB-49ED-BC15-3FD6685AF763}" srcOrd="0" destOrd="0" presId="urn:microsoft.com/office/officeart/2005/8/layout/hierarchy1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3E779C12-C451-4386-B1C2-AC8FBE32CC78}" type="presOf" srcId="{3C4B69D1-D6CE-7142-B782-AC33E8916659}" destId="{337060B7-D3D4-F94E-B389-33AFD88D6377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317AB618-7651-45F9-9CAA-E70ED75014D1}" type="presOf" srcId="{86FF38A3-C483-214F-985A-8D30B54EDF81}" destId="{363CB994-25D6-3343-8FF2-3F44D7B39F3E}" srcOrd="0" destOrd="0" presId="urn:microsoft.com/office/officeart/2005/8/layout/hierarchy1"/>
    <dgm:cxn modelId="{1EEB711D-E4B9-463E-90F4-23E974270C44}" type="presOf" srcId="{11A7F51E-264B-AE48-B5DB-DBB3BAC5164B}" destId="{7E10B0DA-187E-374C-A6AE-91CED635F384}" srcOrd="0" destOrd="0" presId="urn:microsoft.com/office/officeart/2005/8/layout/hierarchy1"/>
    <dgm:cxn modelId="{AB90CC1F-B1A3-4E0C-A622-CBC5B2A24521}" type="presOf" srcId="{9DEB5B9B-FB81-429F-BC39-AF2B39384845}" destId="{70567FC2-42CC-421F-A060-8662D6988B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E0BE824-11D4-47AF-900D-A7EAE9EF19D6}" type="presOf" srcId="{2E5B166C-9F1A-1A40-BE57-97EA2A4F71E6}" destId="{9870B9CA-F9A5-4E43-AED1-DF454225F6BE}" srcOrd="0" destOrd="0" presId="urn:microsoft.com/office/officeart/2005/8/layout/hierarchy1"/>
    <dgm:cxn modelId="{2AA3382B-4A10-410C-9D78-A3588622CFB2}" type="presOf" srcId="{3E0002A5-03D5-114A-9781-6C090D0BE78D}" destId="{704FCE75-65B4-4940-8049-21723A96BD6C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5E83CC2E-F98A-4861-87D0-4F618984F33A}" type="presOf" srcId="{FD6AE785-1ADB-4E47-9F20-BD49958273B0}" destId="{569A5F3A-4E52-48EA-859C-370CC039C2FD}" srcOrd="0" destOrd="0" presId="urn:microsoft.com/office/officeart/2005/8/layout/hierarchy1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2E043B32-54E4-4E2A-B8A4-4FFAF779688B}" type="presOf" srcId="{233303ED-F262-ED4B-9232-A7532CC4AECE}" destId="{5408A212-47CD-4D46-8FAB-27B848FD240A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BD4D8F3A-31B2-4329-BC36-5751A9D9485F}" type="presOf" srcId="{95F71EBD-EC94-9D42-BB0E-C52845D7632F}" destId="{E2CD4462-F0C6-4B43-9B77-3211BA022417}" srcOrd="0" destOrd="0" presId="urn:microsoft.com/office/officeart/2005/8/layout/hierarchy1"/>
    <dgm:cxn modelId="{8081FD3A-79C7-4330-A999-D6800CE77C35}" type="presOf" srcId="{F16FF941-90DF-5F41-878C-0883EADCDDD3}" destId="{F231F884-6F5B-C848-BBFF-43A5940A956B}" srcOrd="0" destOrd="0" presId="urn:microsoft.com/office/officeart/2005/8/layout/hierarchy1"/>
    <dgm:cxn modelId="{912D433B-43AE-49F9-8140-5993B6CBAB7E}" type="presOf" srcId="{DD0F50AC-AB00-A748-AF99-554195A7089E}" destId="{773E929D-AFE4-8B45-A0D1-0E6894D6C807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12522061-CEC5-4009-B261-469EB51A736B}" type="presOf" srcId="{887DBBDA-5A70-4C2F-82EF-DA269A223DB6}" destId="{380C65A8-4FC8-49A3-A3A3-AD0E47C7423F}" srcOrd="0" destOrd="0" presId="urn:microsoft.com/office/officeart/2005/8/layout/hierarchy1"/>
    <dgm:cxn modelId="{DF29D645-36D8-004D-9280-9906FCD0AF3A}" srcId="{9DEB5B9B-FB81-429F-BC39-AF2B39384845}" destId="{D333C4C1-0537-FB48-B774-A687ACA99157}" srcOrd="0" destOrd="0" parTransId="{2C280079-523E-834B-ACAF-1472D33814CB}" sibTransId="{92B2FDE5-1BD3-A54F-BEFD-54C746AA0243}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BC541647-D00F-4046-B8A3-C3DD6CA7028D}" srcId="{364C3A0C-E45B-3E48-9CE5-9EB4D5E291A3}" destId="{C8704828-8A97-4F33-B442-7C07E449DBD5}" srcOrd="1" destOrd="0" parTransId="{095DAD29-9AF5-41DB-A0F3-D3FAF7A539C3}" sibTransId="{DD8BE1F5-5998-4E1C-BEBD-6FEBB84383D0}"/>
    <dgm:cxn modelId="{A3A81A47-9700-4635-942E-9E4286B9EAF5}" type="presOf" srcId="{6F990348-5120-7140-980E-D1A49D03543A}" destId="{082858DA-3FBC-224B-94F4-A3E62BFB3CA0}" srcOrd="0" destOrd="0" presId="urn:microsoft.com/office/officeart/2005/8/layout/hierarchy1"/>
    <dgm:cxn modelId="{0A0F6B4B-F196-42D6-8A75-FA7F189103D8}" type="presOf" srcId="{6E9D28A9-0202-6B41-9DE6-9B3EADC17B28}" destId="{F2409E12-FE7E-0B40-8ED9-46993E014F7D}" srcOrd="0" destOrd="0" presId="urn:microsoft.com/office/officeart/2005/8/layout/hierarchy1"/>
    <dgm:cxn modelId="{B1E9F04B-2819-4A7F-9617-E2A520EAE6E0}" type="presOf" srcId="{0A42203B-26C8-F140-A21C-18A332E5B981}" destId="{4C4AF905-DDF4-E241-A58B-D9F5E626544B}" srcOrd="0" destOrd="0" presId="urn:microsoft.com/office/officeart/2005/8/layout/hierarchy1"/>
    <dgm:cxn modelId="{9CAC7F4D-E0F5-4E50-940D-D80F29ED3AA5}" type="presOf" srcId="{B404269D-E280-B244-8985-C3EF359E4401}" destId="{8BBCA62D-46DF-DA41-A721-B30D64F12F51}" srcOrd="0" destOrd="0" presId="urn:microsoft.com/office/officeart/2005/8/layout/hierarchy1"/>
    <dgm:cxn modelId="{B4B9AD4E-83E6-4E91-AC05-6B4FE009F668}" type="presOf" srcId="{7835FD59-B514-0B47-B7B8-0983910456A6}" destId="{265B3781-273D-0148-87CB-FBE8B43D31EF}" srcOrd="0" destOrd="0" presId="urn:microsoft.com/office/officeart/2005/8/layout/hierarchy1"/>
    <dgm:cxn modelId="{3735EE4F-36E3-D844-8F91-FF5D1466090B}" srcId="{8FF9DC0C-BEB6-4086-BF92-853131A2BA1F}" destId="{8914F4E6-8F5A-A647-9AC4-5F23D5F3067F}" srcOrd="3" destOrd="0" parTransId="{B404269D-E280-B244-8985-C3EF359E4401}" sibTransId="{5A42FEFD-13B1-4A48-A554-3AA146C7304E}"/>
    <dgm:cxn modelId="{78CF0B70-1E83-44C3-A4C5-5AAF8ED56AF0}" type="presOf" srcId="{C40EC512-88AF-B24D-AAB3-3E9A66643198}" destId="{CFFA7558-0139-FA4C-979C-AB56256C62DB}" srcOrd="0" destOrd="0" presId="urn:microsoft.com/office/officeart/2005/8/layout/hierarchy1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44C96750-E1F5-48B1-A0A9-9D729C3F5ECC}" type="presOf" srcId="{C0B1B4C2-CF26-6245-98C7-F52857ED528A}" destId="{400D3616-5140-9D4A-B0A6-0608E5978375}" srcOrd="0" destOrd="0" presId="urn:microsoft.com/office/officeart/2005/8/layout/hierarchy1"/>
    <dgm:cxn modelId="{60860A51-B8F0-4AA1-89B0-12F0AAEEE8AE}" srcId="{364C3A0C-E45B-3E48-9CE5-9EB4D5E291A3}" destId="{68A34878-6044-4756-84B1-D7A243BDAA16}" srcOrd="2" destOrd="0" parTransId="{718FB1B8-3EFA-48B9-A18A-8A30712C5BB8}" sibTransId="{FD462543-A3D7-4EDD-8488-C6D0CB61EAE5}"/>
    <dgm:cxn modelId="{B4317451-0D16-49DF-BC93-61382A055DBC}" type="presOf" srcId="{C611ACB8-D9C1-4AC3-8799-7F02BD372A6D}" destId="{2C5A6CE5-DA05-497B-B717-71ABD29A5A2F}" srcOrd="0" destOrd="0" presId="urn:microsoft.com/office/officeart/2005/8/layout/hierarchy1"/>
    <dgm:cxn modelId="{637DA671-D889-4442-8A0A-6D009492A61C}" srcId="{8A7E9A38-0069-E54C-9C7F-E9C55CA7C411}" destId="{887DBBDA-5A70-4C2F-82EF-DA269A223DB6}" srcOrd="1" destOrd="0" parTransId="{FD6AE785-1ADB-4E47-9F20-BD49958273B0}" sibTransId="{BDC72CF4-FDF4-4213-BA2B-942ABF8413A4}"/>
    <dgm:cxn modelId="{6547F771-C6A6-9944-81CB-E2324B811C3D}" srcId="{8FF9DC0C-BEB6-4086-BF92-853131A2BA1F}" destId="{5F667AE8-046B-E44C-AE01-855B5A32DC04}" srcOrd="2" destOrd="0" parTransId="{D029E1B0-002C-1E4F-B8C4-E8D784F7075D}" sibTransId="{9BEB67CC-BC5C-9145-902E-B2D41574C4D9}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1617D855-27CC-4A9B-AB21-D1337DD9C32F}" type="presOf" srcId="{D68BBA40-1F9F-C24D-BB19-710FF1013F30}" destId="{199134CF-3476-EF4E-BA54-83810A8EDF1A}" srcOrd="0" destOrd="0" presId="urn:microsoft.com/office/officeart/2005/8/layout/hierarchy1"/>
    <dgm:cxn modelId="{C3172B57-5E15-49EC-B0D1-F92907763769}" type="presOf" srcId="{D11E7EEC-A2DD-6148-AD59-6CD83C19C84D}" destId="{C31C142D-CC01-1143-97E8-88E8F2B4524A}" srcOrd="0" destOrd="0" presId="urn:microsoft.com/office/officeart/2005/8/layout/hierarchy1"/>
    <dgm:cxn modelId="{C0F03A77-97D5-4C75-80A2-1BDE2910180D}" type="presOf" srcId="{089FD83E-6928-1E43-95D3-124D5441D173}" destId="{9667A29C-175F-3046-887F-2D268E592584}" srcOrd="0" destOrd="0" presId="urn:microsoft.com/office/officeart/2005/8/layout/hierarchy1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564E9C7D-3D66-420F-98ED-9BF6C568B283}" type="presOf" srcId="{3A23F63D-F775-FA45-9A86-1830CB0473EB}" destId="{CB170625-B302-E140-98D5-E17132BB5541}" srcOrd="0" destOrd="0" presId="urn:microsoft.com/office/officeart/2005/8/layout/hierarchy1"/>
    <dgm:cxn modelId="{724DE184-1A50-4C2F-9EA1-108EE7D22316}" type="presOf" srcId="{C048921F-4EB1-284C-AA0A-60D6AD5FBA44}" destId="{2E414492-F43C-AA49-B51E-0ED6D0144652}" srcOrd="0" destOrd="0" presId="urn:microsoft.com/office/officeart/2005/8/layout/hierarchy1"/>
    <dgm:cxn modelId="{12620C87-7A29-48F0-9F28-A3665892A24A}" type="presOf" srcId="{9CF7D53B-F3DC-984D-B4E6-8F25C31E5C97}" destId="{EB5EDA5E-C36B-0D4C-A1AC-CFD58A43DD61}" srcOrd="0" destOrd="0" presId="urn:microsoft.com/office/officeart/2005/8/layout/hierarchy1"/>
    <dgm:cxn modelId="{BF014487-94D7-49DF-9A10-5613DA1E4B50}" type="presOf" srcId="{E752A000-5711-0F4B-8B5D-326221EFD2A1}" destId="{7A5A9C9D-5743-894D-9DC3-3B769CCB28E8}" srcOrd="0" destOrd="0" presId="urn:microsoft.com/office/officeart/2005/8/layout/hierarchy1"/>
    <dgm:cxn modelId="{9799D488-8B27-4FF5-A6BE-DDA0E213465E}" type="presOf" srcId="{D029E1B0-002C-1E4F-B8C4-E8D784F7075D}" destId="{F693BDAA-9A8E-FC45-932B-DEA151ED6822}" srcOrd="0" destOrd="0" presId="urn:microsoft.com/office/officeart/2005/8/layout/hierarchy1"/>
    <dgm:cxn modelId="{24653B89-619E-4EC3-BC85-38E92F942449}" srcId="{7A85E6ED-B8E9-284E-8BEF-F3C0C778F5C0}" destId="{8FF9DC0C-BEB6-4086-BF92-853131A2BA1F}" srcOrd="2" destOrd="0" parTransId="{6E3DAFEA-5242-4F0F-B574-F8836AF8B3CB}" sibTransId="{46463B0D-B729-4E65-B2AB-09FE8DEFE41B}"/>
    <dgm:cxn modelId="{0381EE89-470D-4487-9D4E-A19FAD415D60}" type="presOf" srcId="{8FDD36D1-EB0F-424E-9FD0-B7F0FD8785BB}" destId="{DDEFD511-0F87-48C6-B33F-3CD83EFAAD23}" srcOrd="0" destOrd="0" presId="urn:microsoft.com/office/officeart/2005/8/layout/hierarchy1"/>
    <dgm:cxn modelId="{449E788B-3489-4F5B-8DB3-A420F20B6993}" type="presOf" srcId="{2C280079-523E-834B-ACAF-1472D33814CB}" destId="{059FE831-3934-AA4C-81D9-A1165D6BA533}" srcOrd="0" destOrd="0" presId="urn:microsoft.com/office/officeart/2005/8/layout/hierarchy1"/>
    <dgm:cxn modelId="{45237F8E-4FD9-45FF-A058-52684CB71D84}" type="presOf" srcId="{98D6B55B-33A1-654B-9A07-4017B4BCBC3D}" destId="{98149894-16C1-9849-9F1D-7F8F3F75A8FC}" srcOrd="0" destOrd="0" presId="urn:microsoft.com/office/officeart/2005/8/layout/hierarchy1"/>
    <dgm:cxn modelId="{6042C08E-D518-48FF-94E5-2E54758F74C9}" srcId="{8A7E9A38-0069-E54C-9C7F-E9C55CA7C411}" destId="{9DEB5B9B-FB81-429F-BC39-AF2B39384845}" srcOrd="2" destOrd="0" parTransId="{2CFC069E-F872-411E-A9A8-C3BD4664D0C2}" sibTransId="{AB8B3007-E941-4285-A0D6-3123A5D3CDEC}"/>
    <dgm:cxn modelId="{1BDBCB94-1309-4CDB-9788-2F45F950AFA7}" type="presOf" srcId="{095DAD29-9AF5-41DB-A0F3-D3FAF7A539C3}" destId="{0FC35C34-1647-41C4-A33A-18131333C0A6}" srcOrd="0" destOrd="0" presId="urn:microsoft.com/office/officeart/2005/8/layout/hierarchy1"/>
    <dgm:cxn modelId="{44877295-08A9-4C4C-BBA3-995C7227C9C4}" type="presOf" srcId="{D333C4C1-0537-FB48-B774-A687ACA99157}" destId="{C600CFF6-A683-1446-81BA-585206CB3A42}" srcOrd="0" destOrd="0" presId="urn:microsoft.com/office/officeart/2005/8/layout/hierarchy1"/>
    <dgm:cxn modelId="{D4DC7C98-6E3D-4DAE-8FEB-6254377F51CD}" type="presOf" srcId="{168E6C2B-590B-9741-AD46-A772950FDC0B}" destId="{5735B7E3-EFC1-2649-A353-6DA6C57BE7F2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F97155A5-AD53-429B-86A0-B4A86D64F81E}" type="presOf" srcId="{8A7E9A38-0069-E54C-9C7F-E9C55CA7C411}" destId="{D868DAD2-E310-8F43-A407-6333AC65E4ED}" srcOrd="0" destOrd="0" presId="urn:microsoft.com/office/officeart/2005/8/layout/hierarchy1"/>
    <dgm:cxn modelId="{39707AA6-3342-4CD6-94A9-0D586E37494C}" type="presOf" srcId="{50A67927-BA02-734A-A0AE-86F97EFE870C}" destId="{1335637A-7683-4A41-B519-CE080C5D3C7D}" srcOrd="0" destOrd="0" presId="urn:microsoft.com/office/officeart/2005/8/layout/hierarchy1"/>
    <dgm:cxn modelId="{C6A72FAA-AD40-4593-95C3-18BB0779F787}" type="presOf" srcId="{4B0E92FA-F37D-7E40-AB74-0DA56805BAE7}" destId="{A174D04D-B60D-7348-8B58-A47928E619EC}" srcOrd="0" destOrd="0" presId="urn:microsoft.com/office/officeart/2005/8/layout/hierarchy1"/>
    <dgm:cxn modelId="{E50AFBAA-9EC0-4A84-91FA-E36030409653}" type="presOf" srcId="{6E3DAFEA-5242-4F0F-B574-F8836AF8B3CB}" destId="{72BEECA5-4C18-4449-AC3C-A222387A1755}" srcOrd="0" destOrd="0" presId="urn:microsoft.com/office/officeart/2005/8/layout/hierarchy1"/>
    <dgm:cxn modelId="{D1EB8CAC-EAC4-449F-9281-388995879326}" type="presOf" srcId="{D34E1ADF-0E61-D948-AC0E-3AF3A48C9D61}" destId="{7FF2E27C-78CE-5D43-AABB-62242276235A}" srcOrd="0" destOrd="0" presId="urn:microsoft.com/office/officeart/2005/8/layout/hierarchy1"/>
    <dgm:cxn modelId="{CB902AAD-D1DB-4B35-B83C-D8AE1ADE08AA}" type="presOf" srcId="{F2E405BB-9D46-8742-BDA8-9A651FCAAE01}" destId="{FF3C020C-B8AD-294E-B19A-558A93F87E04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274225AE-2A31-4E1E-A53D-C30221469C57}" type="presOf" srcId="{13C05AA9-C29E-A441-BA1E-FA81DA491826}" destId="{A50E9863-A52D-9549-A655-6F56C7EA8276}" srcOrd="0" destOrd="0" presId="urn:microsoft.com/office/officeart/2005/8/layout/hierarchy1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5308DCAF-0B5D-42FB-94E8-8E9219F05660}" type="presOf" srcId="{03B89768-B859-2E49-8534-20D1EFA29B3B}" destId="{CE004470-AE31-6542-BE4E-74C32357678F}" srcOrd="0" destOrd="0" presId="urn:microsoft.com/office/officeart/2005/8/layout/hierarchy1"/>
    <dgm:cxn modelId="{FF7550B0-7FEB-4066-8ED2-88DA3387A570}" type="presOf" srcId="{7634EBF5-E466-1B4A-B6D3-3F4B45B7606D}" destId="{EACE96B3-4D7B-5841-A0E5-AF7D060742AB}" srcOrd="0" destOrd="0" presId="urn:microsoft.com/office/officeart/2005/8/layout/hierarchy1"/>
    <dgm:cxn modelId="{2B50EFB4-9243-4042-8532-BA67528AF8E6}" type="presOf" srcId="{0E737143-6448-C24B-BA8B-38BA7568F52E}" destId="{7D68BC0A-EDF7-E349-B498-3CBB7AA07288}" srcOrd="0" destOrd="0" presId="urn:microsoft.com/office/officeart/2005/8/layout/hierarchy1"/>
    <dgm:cxn modelId="{5C377DB6-F7B3-4699-81AC-FD51904F9E4E}" type="presOf" srcId="{364C3A0C-E45B-3E48-9CE5-9EB4D5E291A3}" destId="{C7BFB9AC-490D-684C-AD05-725FCA559179}" srcOrd="0" destOrd="0" presId="urn:microsoft.com/office/officeart/2005/8/layout/hierarchy1"/>
    <dgm:cxn modelId="{E43F0EBB-36D2-954F-A12F-E685E2848B3A}" srcId="{9DEB5B9B-FB81-429F-BC39-AF2B39384845}" destId="{D34E1ADF-0E61-D948-AC0E-3AF3A48C9D61}" srcOrd="2" destOrd="0" parTransId="{72873E73-5BDD-2945-B603-202D1D221223}" sibTransId="{38263E12-A7B7-944A-8B7D-5B0F416AF784}"/>
    <dgm:cxn modelId="{0EB0C7BB-6DA3-4BB1-996D-EA14C1D236CD}" type="presOf" srcId="{CDA5780B-21C9-BC4E-83B6-3CDECF37478F}" destId="{5F7EDAEE-AFB2-1145-9746-5AE19E9F92D3}" srcOrd="0" destOrd="0" presId="urn:microsoft.com/office/officeart/2005/8/layout/hierarchy1"/>
    <dgm:cxn modelId="{F85AF5BB-8369-47CD-BD09-245A051F1BFF}" type="presOf" srcId="{5ED8EFDF-8956-064A-9DFB-DCCA28CF5849}" destId="{3FFFB191-7A5B-F648-9ADA-E2E297B6B27E}" srcOrd="0" destOrd="0" presId="urn:microsoft.com/office/officeart/2005/8/layout/hierarchy1"/>
    <dgm:cxn modelId="{BDCFECBE-F6DF-4CF7-B947-F5F42E2D2A06}" type="presOf" srcId="{7A85E6ED-B8E9-284E-8BEF-F3C0C778F5C0}" destId="{FBAACFE0-43C6-F245-ADA4-A9A35786F27A}" srcOrd="0" destOrd="0" presId="urn:microsoft.com/office/officeart/2005/8/layout/hierarchy1"/>
    <dgm:cxn modelId="{EC3298C4-0955-4A8C-8606-74AEF6B4922C}" type="presOf" srcId="{D1A8A6CA-0B6E-724A-87A8-FD6A0D5D7FA2}" destId="{C4D0961C-9DF5-F94A-882D-21B44E665106}" srcOrd="0" destOrd="0" presId="urn:microsoft.com/office/officeart/2005/8/layout/hierarchy1"/>
    <dgm:cxn modelId="{5FFE08C9-874C-48B4-B14F-9BA7DDFAAA03}" type="presOf" srcId="{72873E73-5BDD-2945-B603-202D1D221223}" destId="{984D623A-B6C1-EF4D-B38B-A09708FA56E0}" srcOrd="0" destOrd="0" presId="urn:microsoft.com/office/officeart/2005/8/layout/hierarchy1"/>
    <dgm:cxn modelId="{AAA5E7CC-0150-7F4F-AD6A-CD866A76095F}" srcId="{8A7E9A38-0069-E54C-9C7F-E9C55CA7C411}" destId="{C0B1B4C2-CF26-6245-98C7-F52857ED528A}" srcOrd="3" destOrd="0" parTransId="{E752A000-5711-0F4B-8B5D-326221EFD2A1}" sibTransId="{76C9CC4B-45E2-4441-8487-3F32F41D4709}"/>
    <dgm:cxn modelId="{590660CD-DF72-43D5-95D7-88456E34A569}" type="presOf" srcId="{29AD3176-2D40-CF49-A544-12BEE310D254}" destId="{8EEDF970-CC88-124A-A9E9-A1462E464C5C}" srcOrd="0" destOrd="0" presId="urn:microsoft.com/office/officeart/2005/8/layout/hierarchy1"/>
    <dgm:cxn modelId="{6B35A8CF-FA2D-4B57-8A6B-ABA6A6B7C8C5}" type="presOf" srcId="{68A34878-6044-4756-84B1-D7A243BDAA16}" destId="{4A510F92-51CD-486D-8EF2-C2FAEFFCAF75}" srcOrd="0" destOrd="0" presId="urn:microsoft.com/office/officeart/2005/8/layout/hierarchy1"/>
    <dgm:cxn modelId="{87E19BD4-6EBB-4010-8F05-8E54155B57A8}" type="presOf" srcId="{19D8E85A-EF28-1042-9B35-665A12874640}" destId="{564C0382-73AB-AD40-BC20-ACDA75959C27}" srcOrd="0" destOrd="0" presId="urn:microsoft.com/office/officeart/2005/8/layout/hierarchy1"/>
    <dgm:cxn modelId="{910770D5-D90C-694A-BF6D-8937E89BE97A}" srcId="{9DEB5B9B-FB81-429F-BC39-AF2B39384845}" destId="{DE5678F3-E484-B34C-A03A-1F29B4C5702D}" srcOrd="1" destOrd="0" parTransId="{13C05AA9-C29E-A441-BA1E-FA81DA491826}" sibTransId="{CAF9D787-BDB1-684A-A334-6F129690EA88}"/>
    <dgm:cxn modelId="{A8309DDA-796E-4D38-8469-EB911213BED7}" type="presOf" srcId="{DF86860E-2719-A64A-80FF-F56192895399}" destId="{F1BC48F8-BC78-354B-8D25-7D5CBB308992}" srcOrd="0" destOrd="0" presId="urn:microsoft.com/office/officeart/2005/8/layout/hierarchy1"/>
    <dgm:cxn modelId="{CE9F37DB-AB9D-45C8-9C9A-061C81669DA3}" type="presOf" srcId="{718FB1B8-3EFA-48B9-A18A-8A30712C5BB8}" destId="{6BEE3F14-F950-4C20-B3CD-6D6BBF2C2F86}" srcOrd="0" destOrd="0" presId="urn:microsoft.com/office/officeart/2005/8/layout/hierarchy1"/>
    <dgm:cxn modelId="{31316CDC-80B8-4A87-A7B1-46366056CE01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123CD4E3-72EC-4B85-82D6-A2CCADE1401E}" type="presOf" srcId="{570711A2-0F15-1E4E-84E9-5DECF631ACE9}" destId="{174D4A2F-9BFD-8B4F-A3F7-0D2A7E4C3E7E}" srcOrd="0" destOrd="0" presId="urn:microsoft.com/office/officeart/2005/8/layout/hierarchy1"/>
    <dgm:cxn modelId="{C22E80E7-8781-48E9-ABC4-6C7A79E49F86}" type="presOf" srcId="{1BC165AB-B879-6E45-BE42-9DB85E468E5E}" destId="{C9D855B1-F204-3449-A0AB-C83C199BFD6B}" srcOrd="0" destOrd="0" presId="urn:microsoft.com/office/officeart/2005/8/layout/hierarchy1"/>
    <dgm:cxn modelId="{30EEB2E9-F053-4943-AE18-FF55FCA6725D}" srcId="{8FF9DC0C-BEB6-4086-BF92-853131A2BA1F}" destId="{168E6C2B-590B-9741-AD46-A772950FDC0B}" srcOrd="1" destOrd="0" parTransId="{6E9D28A9-0202-6B41-9DE6-9B3EADC17B28}" sibTransId="{53626C34-1CEF-B346-B7F0-3DD53269C5B6}"/>
    <dgm:cxn modelId="{0157D3E9-0D50-44EC-BE5A-E32F253701A8}" type="presOf" srcId="{DE5678F3-E484-B34C-A03A-1F29B4C5702D}" destId="{3F869B66-BEF4-EA49-A760-429C1E32A4A8}" srcOrd="0" destOrd="0" presId="urn:microsoft.com/office/officeart/2005/8/layout/hierarchy1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19BC30F2-0F92-4F67-B244-A2061BD09426}" type="presOf" srcId="{2CFC069E-F872-411E-A9A8-C3BD4664D0C2}" destId="{324B13CA-78DC-4553-B52F-86BB0E109E9A}" srcOrd="0" destOrd="0" presId="urn:microsoft.com/office/officeart/2005/8/layout/hierarchy1"/>
    <dgm:cxn modelId="{C67B82F3-1D4C-4B6F-95C5-DC9826610002}" type="presOf" srcId="{C8704828-8A97-4F33-B442-7C07E449DBD5}" destId="{CD14239B-612F-452E-9338-FAD1452BA31C}" srcOrd="0" destOrd="0" presId="urn:microsoft.com/office/officeart/2005/8/layout/hierarchy1"/>
    <dgm:cxn modelId="{584F96F3-176E-488E-894A-E6B0DB182046}" type="presOf" srcId="{8914F4E6-8F5A-A647-9AC4-5F23D5F3067F}" destId="{83794B4D-0647-C949-BFC8-EF70C9EBF151}" srcOrd="0" destOrd="0" presId="urn:microsoft.com/office/officeart/2005/8/layout/hierarchy1"/>
    <dgm:cxn modelId="{A34A2CF5-E069-4799-A5AE-4FBA1FACA3A5}" type="presOf" srcId="{5F667AE8-046B-E44C-AE01-855B5A32DC04}" destId="{83C2F6A7-B8DB-EA4F-8B79-DB7C685DAB41}" srcOrd="0" destOrd="0" presId="urn:microsoft.com/office/officeart/2005/8/layout/hierarchy1"/>
    <dgm:cxn modelId="{B4F1DEF7-876E-4AC9-B248-95F9A44E7272}" type="presOf" srcId="{9D68368C-33AA-1644-80E4-398208A2C6F0}" destId="{37EEB28E-EED4-3D42-B6E7-4F1F94EEB9B5}" srcOrd="0" destOrd="0" presId="urn:microsoft.com/office/officeart/2005/8/layout/hierarchy1"/>
    <dgm:cxn modelId="{E6C49BFD-B943-4B24-A273-AF44AEDE50A5}" srcId="{7A85E6ED-B8E9-284E-8BEF-F3C0C778F5C0}" destId="{C611ACB8-D9C1-4AC3-8799-7F02BD372A6D}" srcOrd="1" destOrd="0" parTransId="{8FDD36D1-EB0F-424E-9FD0-B7F0FD8785BB}" sibTransId="{DE32F08E-8910-4043-AA83-EE07C16D854A}"/>
    <dgm:cxn modelId="{47CD1D92-739B-4D37-B28A-7FEE461F62BC}" type="presParOf" srcId="{E5400895-F99F-7F41-8583-4BD162EA06C2}" destId="{C8E5C753-0B0D-8E4A-87C9-0512E2387AAE}" srcOrd="0" destOrd="0" presId="urn:microsoft.com/office/officeart/2005/8/layout/hierarchy1"/>
    <dgm:cxn modelId="{AABA066A-0658-4BAF-B3F8-7811791DD2B0}" type="presParOf" srcId="{C8E5C753-0B0D-8E4A-87C9-0512E2387AAE}" destId="{5820EE7F-AEA0-3E48-B9D6-424BD60081AD}" srcOrd="0" destOrd="0" presId="urn:microsoft.com/office/officeart/2005/8/layout/hierarchy1"/>
    <dgm:cxn modelId="{62823AEC-7DC4-41FF-A3D3-94D822F63C78}" type="presParOf" srcId="{5820EE7F-AEA0-3E48-B9D6-424BD60081AD}" destId="{93EB40CF-C469-C042-9AAC-9E65599A2A8E}" srcOrd="0" destOrd="0" presId="urn:microsoft.com/office/officeart/2005/8/layout/hierarchy1"/>
    <dgm:cxn modelId="{9C729728-8AD5-450A-B42D-6ABFAF24CB43}" type="presParOf" srcId="{5820EE7F-AEA0-3E48-B9D6-424BD60081AD}" destId="{265B3781-273D-0148-87CB-FBE8B43D31EF}" srcOrd="1" destOrd="0" presId="urn:microsoft.com/office/officeart/2005/8/layout/hierarchy1"/>
    <dgm:cxn modelId="{56BCD471-F8D1-484E-9176-68BCEC176093}" type="presParOf" srcId="{C8E5C753-0B0D-8E4A-87C9-0512E2387AAE}" destId="{5C49ECAC-5568-E44A-857C-15EC9EF0E8A5}" srcOrd="1" destOrd="0" presId="urn:microsoft.com/office/officeart/2005/8/layout/hierarchy1"/>
    <dgm:cxn modelId="{8530222E-9481-48C6-9C27-6645560D25D0}" type="presParOf" srcId="{5C49ECAC-5568-E44A-857C-15EC9EF0E8A5}" destId="{564C0382-73AB-AD40-BC20-ACDA75959C27}" srcOrd="0" destOrd="0" presId="urn:microsoft.com/office/officeart/2005/8/layout/hierarchy1"/>
    <dgm:cxn modelId="{9BAEFE68-44C0-4377-BEFC-63B20391E61B}" type="presParOf" srcId="{5C49ECAC-5568-E44A-857C-15EC9EF0E8A5}" destId="{10F1810C-02FC-0744-9E7D-3799BAC81C6A}" srcOrd="1" destOrd="0" presId="urn:microsoft.com/office/officeart/2005/8/layout/hierarchy1"/>
    <dgm:cxn modelId="{BC27BF43-15D4-41E1-AF13-9628F538595D}" type="presParOf" srcId="{10F1810C-02FC-0744-9E7D-3799BAC81C6A}" destId="{D5498994-C2A0-3C4E-A4A7-D16EB2379558}" srcOrd="0" destOrd="0" presId="urn:microsoft.com/office/officeart/2005/8/layout/hierarchy1"/>
    <dgm:cxn modelId="{8DAA3F0C-D13C-4D66-9839-CAADE3DE6765}" type="presParOf" srcId="{D5498994-C2A0-3C4E-A4A7-D16EB2379558}" destId="{98C76165-9034-1643-9104-9B92F7A95E7E}" srcOrd="0" destOrd="0" presId="urn:microsoft.com/office/officeart/2005/8/layout/hierarchy1"/>
    <dgm:cxn modelId="{CDC3B0D0-B475-4AD7-A1AC-9BA913073D2C}" type="presParOf" srcId="{D5498994-C2A0-3C4E-A4A7-D16EB2379558}" destId="{F1BC48F8-BC78-354B-8D25-7D5CBB308992}" srcOrd="1" destOrd="0" presId="urn:microsoft.com/office/officeart/2005/8/layout/hierarchy1"/>
    <dgm:cxn modelId="{2F33DF14-CB2E-4C8D-AF94-3314ABCF43B7}" type="presParOf" srcId="{10F1810C-02FC-0744-9E7D-3799BAC81C6A}" destId="{0EDC9799-1D2B-AD42-A6DC-713273D15719}" srcOrd="1" destOrd="0" presId="urn:microsoft.com/office/officeart/2005/8/layout/hierarchy1"/>
    <dgm:cxn modelId="{70CD64FB-7967-427C-92A0-7C10A72D5081}" type="presParOf" srcId="{0EDC9799-1D2B-AD42-A6DC-713273D15719}" destId="{C31C142D-CC01-1143-97E8-88E8F2B4524A}" srcOrd="0" destOrd="0" presId="urn:microsoft.com/office/officeart/2005/8/layout/hierarchy1"/>
    <dgm:cxn modelId="{9A04563D-680D-4609-B2C2-649BD77DF432}" type="presParOf" srcId="{0EDC9799-1D2B-AD42-A6DC-713273D15719}" destId="{26E33841-EF6B-1448-81F7-61C34CE82128}" srcOrd="1" destOrd="0" presId="urn:microsoft.com/office/officeart/2005/8/layout/hierarchy1"/>
    <dgm:cxn modelId="{9F45C8BD-66F0-4A31-B389-962C9F018D93}" type="presParOf" srcId="{26E33841-EF6B-1448-81F7-61C34CE82128}" destId="{783C22AC-5289-D94B-9E76-2851D2F1783E}" srcOrd="0" destOrd="0" presId="urn:microsoft.com/office/officeart/2005/8/layout/hierarchy1"/>
    <dgm:cxn modelId="{D6F3DF75-0647-4056-A32E-703E05A9F261}" type="presParOf" srcId="{783C22AC-5289-D94B-9E76-2851D2F1783E}" destId="{44BEB450-4BCD-F54F-A322-73AA595A8A41}" srcOrd="0" destOrd="0" presId="urn:microsoft.com/office/officeart/2005/8/layout/hierarchy1"/>
    <dgm:cxn modelId="{F3D27F1A-C174-471D-9883-346AB7A516FB}" type="presParOf" srcId="{783C22AC-5289-D94B-9E76-2851D2F1783E}" destId="{082858DA-3FBC-224B-94F4-A3E62BFB3CA0}" srcOrd="1" destOrd="0" presId="urn:microsoft.com/office/officeart/2005/8/layout/hierarchy1"/>
    <dgm:cxn modelId="{4D62127B-34AA-4988-8A69-C82FDCC88667}" type="presParOf" srcId="{26E33841-EF6B-1448-81F7-61C34CE82128}" destId="{7629E604-018F-5242-B3CC-BC899D593649}" srcOrd="1" destOrd="0" presId="urn:microsoft.com/office/officeart/2005/8/layout/hierarchy1"/>
    <dgm:cxn modelId="{AB7BBBF7-0F7F-4709-A08B-E648244732A5}" type="presParOf" srcId="{0EDC9799-1D2B-AD42-A6DC-713273D15719}" destId="{7D68BC0A-EDF7-E349-B498-3CBB7AA07288}" srcOrd="2" destOrd="0" presId="urn:microsoft.com/office/officeart/2005/8/layout/hierarchy1"/>
    <dgm:cxn modelId="{EEC5ABE2-8F7A-45A7-AD64-F61C9B2CA932}" type="presParOf" srcId="{0EDC9799-1D2B-AD42-A6DC-713273D15719}" destId="{6BD3E0B7-5C33-314F-9AE1-8FB84560DB2A}" srcOrd="3" destOrd="0" presId="urn:microsoft.com/office/officeart/2005/8/layout/hierarchy1"/>
    <dgm:cxn modelId="{E4A94B2E-8E45-4A30-9C7D-080989D39167}" type="presParOf" srcId="{6BD3E0B7-5C33-314F-9AE1-8FB84560DB2A}" destId="{575676E5-BDCB-D34D-9698-BB8D578C3BE3}" srcOrd="0" destOrd="0" presId="urn:microsoft.com/office/officeart/2005/8/layout/hierarchy1"/>
    <dgm:cxn modelId="{D15B3439-C98A-4CA3-8AD6-00E0FA451DB2}" type="presParOf" srcId="{575676E5-BDCB-D34D-9698-BB8D578C3BE3}" destId="{FEEC3C17-77DE-4445-9F57-EC26BC3F2F4C}" srcOrd="0" destOrd="0" presId="urn:microsoft.com/office/officeart/2005/8/layout/hierarchy1"/>
    <dgm:cxn modelId="{BBEDBA48-93F0-4064-AB08-91580E2853CB}" type="presParOf" srcId="{575676E5-BDCB-D34D-9698-BB8D578C3BE3}" destId="{8EEDF970-CC88-124A-A9E9-A1462E464C5C}" srcOrd="1" destOrd="0" presId="urn:microsoft.com/office/officeart/2005/8/layout/hierarchy1"/>
    <dgm:cxn modelId="{8BA80E05-0BC8-48CC-9E1A-E223AD4750BC}" type="presParOf" srcId="{6BD3E0B7-5C33-314F-9AE1-8FB84560DB2A}" destId="{5E414DC5-BB3A-894D-9574-4858C7DCC085}" srcOrd="1" destOrd="0" presId="urn:microsoft.com/office/officeart/2005/8/layout/hierarchy1"/>
    <dgm:cxn modelId="{14ABBBB8-F0FB-4671-AA2C-6A7791ED4C99}" type="presParOf" srcId="{5C49ECAC-5568-E44A-857C-15EC9EF0E8A5}" destId="{CFFA7558-0139-FA4C-979C-AB56256C62DB}" srcOrd="2" destOrd="0" presId="urn:microsoft.com/office/officeart/2005/8/layout/hierarchy1"/>
    <dgm:cxn modelId="{144104F4-5525-4C6C-A546-33D22EF306E6}" type="presParOf" srcId="{5C49ECAC-5568-E44A-857C-15EC9EF0E8A5}" destId="{6EC83D77-56A9-104D-AE1E-CD057355C747}" srcOrd="3" destOrd="0" presId="urn:microsoft.com/office/officeart/2005/8/layout/hierarchy1"/>
    <dgm:cxn modelId="{522AC409-36C8-486D-BA29-B1C13688EF06}" type="presParOf" srcId="{6EC83D77-56A9-104D-AE1E-CD057355C747}" destId="{DC8CD46E-7392-1744-84C8-9E787FE21689}" srcOrd="0" destOrd="0" presId="urn:microsoft.com/office/officeart/2005/8/layout/hierarchy1"/>
    <dgm:cxn modelId="{D414D47D-CFD2-4812-AC4F-E174331040C2}" type="presParOf" srcId="{DC8CD46E-7392-1744-84C8-9E787FE21689}" destId="{10ED8AD8-C95D-7F46-8284-6BFFCB8023D0}" srcOrd="0" destOrd="0" presId="urn:microsoft.com/office/officeart/2005/8/layout/hierarchy1"/>
    <dgm:cxn modelId="{F46B0FFB-2319-40F5-A4AA-DFAC2CA9FD96}" type="presParOf" srcId="{DC8CD46E-7392-1744-84C8-9E787FE21689}" destId="{CE004470-AE31-6542-BE4E-74C32357678F}" srcOrd="1" destOrd="0" presId="urn:microsoft.com/office/officeart/2005/8/layout/hierarchy1"/>
    <dgm:cxn modelId="{865C1385-7651-4A28-B9FE-7A4C935B5D05}" type="presParOf" srcId="{6EC83D77-56A9-104D-AE1E-CD057355C747}" destId="{05B32D1F-AA47-BD4B-9861-CEB2BA77339A}" srcOrd="1" destOrd="0" presId="urn:microsoft.com/office/officeart/2005/8/layout/hierarchy1"/>
    <dgm:cxn modelId="{D11D61F8-13FF-4906-A237-1ACCB00F6526}" type="presParOf" srcId="{05B32D1F-AA47-BD4B-9861-CEB2BA77339A}" destId="{174D4A2F-9BFD-8B4F-A3F7-0D2A7E4C3E7E}" srcOrd="0" destOrd="0" presId="urn:microsoft.com/office/officeart/2005/8/layout/hierarchy1"/>
    <dgm:cxn modelId="{980E8D37-ADC9-403A-9B61-07C0080A6FF4}" type="presParOf" srcId="{05B32D1F-AA47-BD4B-9861-CEB2BA77339A}" destId="{196731D4-7E5D-6145-ABEB-A5EEBB5B68CD}" srcOrd="1" destOrd="0" presId="urn:microsoft.com/office/officeart/2005/8/layout/hierarchy1"/>
    <dgm:cxn modelId="{16C3EEA8-A509-48CC-B7C1-AD5C78030398}" type="presParOf" srcId="{196731D4-7E5D-6145-ABEB-A5EEBB5B68CD}" destId="{4B64F7C2-5DAB-AD4A-AE85-632E15C47654}" srcOrd="0" destOrd="0" presId="urn:microsoft.com/office/officeart/2005/8/layout/hierarchy1"/>
    <dgm:cxn modelId="{E794C80F-FF0E-494F-8EF4-466A9501442C}" type="presParOf" srcId="{4B64F7C2-5DAB-AD4A-AE85-632E15C47654}" destId="{6E16703E-D480-984D-B802-173E140186A1}" srcOrd="0" destOrd="0" presId="urn:microsoft.com/office/officeart/2005/8/layout/hierarchy1"/>
    <dgm:cxn modelId="{9A056E03-25F9-41DE-94DA-DD96B36B4867}" type="presParOf" srcId="{4B64F7C2-5DAB-AD4A-AE85-632E15C47654}" destId="{1335637A-7683-4A41-B519-CE080C5D3C7D}" srcOrd="1" destOrd="0" presId="urn:microsoft.com/office/officeart/2005/8/layout/hierarchy1"/>
    <dgm:cxn modelId="{35A9D318-171B-47CC-9431-2625FC31083A}" type="presParOf" srcId="{196731D4-7E5D-6145-ABEB-A5EEBB5B68CD}" destId="{9F81CD06-620E-2440-B2AF-59194600DD49}" srcOrd="1" destOrd="0" presId="urn:microsoft.com/office/officeart/2005/8/layout/hierarchy1"/>
    <dgm:cxn modelId="{ED5C43A4-33C2-478A-96EB-3481CD62079A}" type="presParOf" srcId="{05B32D1F-AA47-BD4B-9861-CEB2BA77339A}" destId="{A174D04D-B60D-7348-8B58-A47928E619EC}" srcOrd="2" destOrd="0" presId="urn:microsoft.com/office/officeart/2005/8/layout/hierarchy1"/>
    <dgm:cxn modelId="{CCF3B082-1A3F-43D4-B62A-4A08219805ED}" type="presParOf" srcId="{05B32D1F-AA47-BD4B-9861-CEB2BA77339A}" destId="{30A85658-0530-CB42-B571-1E87CC91D0E4}" srcOrd="3" destOrd="0" presId="urn:microsoft.com/office/officeart/2005/8/layout/hierarchy1"/>
    <dgm:cxn modelId="{6F7434CB-F5B0-43F0-80BB-4FF60DD55379}" type="presParOf" srcId="{30A85658-0530-CB42-B571-1E87CC91D0E4}" destId="{E0024918-00B1-2340-BC03-724DBBE99F0A}" srcOrd="0" destOrd="0" presId="urn:microsoft.com/office/officeart/2005/8/layout/hierarchy1"/>
    <dgm:cxn modelId="{19EE6E79-3AB8-4817-B420-1AF0DFFDA060}" type="presParOf" srcId="{E0024918-00B1-2340-BC03-724DBBE99F0A}" destId="{9BB62355-7E98-FF48-B43F-443943F5FC67}" srcOrd="0" destOrd="0" presId="urn:microsoft.com/office/officeart/2005/8/layout/hierarchy1"/>
    <dgm:cxn modelId="{83778BC5-410C-4694-B97D-D330AA043501}" type="presParOf" srcId="{E0024918-00B1-2340-BC03-724DBBE99F0A}" destId="{98149894-16C1-9849-9F1D-7F8F3F75A8FC}" srcOrd="1" destOrd="0" presId="urn:microsoft.com/office/officeart/2005/8/layout/hierarchy1"/>
    <dgm:cxn modelId="{334E18BA-0D1D-4809-8A87-1A70F16B05C4}" type="presParOf" srcId="{30A85658-0530-CB42-B571-1E87CC91D0E4}" destId="{99C4F68D-F73D-6A4E-BE4F-1FE4355B995F}" srcOrd="1" destOrd="0" presId="urn:microsoft.com/office/officeart/2005/8/layout/hierarchy1"/>
    <dgm:cxn modelId="{84B99D5B-6984-40A7-8383-ADA451A64945}" type="presParOf" srcId="{05B32D1F-AA47-BD4B-9861-CEB2BA77339A}" destId="{E2CD4462-F0C6-4B43-9B77-3211BA022417}" srcOrd="4" destOrd="0" presId="urn:microsoft.com/office/officeart/2005/8/layout/hierarchy1"/>
    <dgm:cxn modelId="{A6A8C61D-C06F-4F26-BF20-32E36B499BB6}" type="presParOf" srcId="{05B32D1F-AA47-BD4B-9861-CEB2BA77339A}" destId="{08080D38-0204-9C4A-92FB-3C366F00C440}" srcOrd="5" destOrd="0" presId="urn:microsoft.com/office/officeart/2005/8/layout/hierarchy1"/>
    <dgm:cxn modelId="{D5D53663-3CCE-4579-BED2-8809EAC6057A}" type="presParOf" srcId="{08080D38-0204-9C4A-92FB-3C366F00C440}" destId="{FDA12B9F-7C66-DB4A-8536-4921795A1CBB}" srcOrd="0" destOrd="0" presId="urn:microsoft.com/office/officeart/2005/8/layout/hierarchy1"/>
    <dgm:cxn modelId="{D0485E10-ED04-4AAB-9C04-7BF994973844}" type="presParOf" srcId="{FDA12B9F-7C66-DB4A-8536-4921795A1CBB}" destId="{06B3B77D-83B7-4F4F-A505-FD6E2141620B}" srcOrd="0" destOrd="0" presId="urn:microsoft.com/office/officeart/2005/8/layout/hierarchy1"/>
    <dgm:cxn modelId="{AFB2742B-2FDC-48E7-BFA3-72112187A0E0}" type="presParOf" srcId="{FDA12B9F-7C66-DB4A-8536-4921795A1CBB}" destId="{EACE96B3-4D7B-5841-A0E5-AF7D060742AB}" srcOrd="1" destOrd="0" presId="urn:microsoft.com/office/officeart/2005/8/layout/hierarchy1"/>
    <dgm:cxn modelId="{5B583BE1-87A8-4E12-AE81-0C95437FD112}" type="presParOf" srcId="{08080D38-0204-9C4A-92FB-3C366F00C440}" destId="{C87E8C82-A391-6047-AF70-E034A283C4E6}" srcOrd="1" destOrd="0" presId="urn:microsoft.com/office/officeart/2005/8/layout/hierarchy1"/>
    <dgm:cxn modelId="{D2A400FB-6097-4CAF-93DD-8B6806465522}" type="presParOf" srcId="{5C49ECAC-5568-E44A-857C-15EC9EF0E8A5}" destId="{BAE9D8D9-F63B-0243-A497-F16166EB0CBB}" srcOrd="4" destOrd="0" presId="urn:microsoft.com/office/officeart/2005/8/layout/hierarchy1"/>
    <dgm:cxn modelId="{15C3FAD6-4448-419F-8384-AB934A17B4C3}" type="presParOf" srcId="{5C49ECAC-5568-E44A-857C-15EC9EF0E8A5}" destId="{7D3F5C1B-61DC-AD42-8AE5-BEEE45F0D2A2}" srcOrd="5" destOrd="0" presId="urn:microsoft.com/office/officeart/2005/8/layout/hierarchy1"/>
    <dgm:cxn modelId="{BB5D7DC7-888F-4441-B1D0-FBA74492CEA9}" type="presParOf" srcId="{7D3F5C1B-61DC-AD42-8AE5-BEEE45F0D2A2}" destId="{AC665988-D2DC-E14F-B467-28ADF91F8F15}" srcOrd="0" destOrd="0" presId="urn:microsoft.com/office/officeart/2005/8/layout/hierarchy1"/>
    <dgm:cxn modelId="{A408186C-484E-4237-A022-67C9E5FC1A68}" type="presParOf" srcId="{AC665988-D2DC-E14F-B467-28ADF91F8F15}" destId="{B1AEAF6C-B8B1-1748-805C-DEA9F80466AD}" srcOrd="0" destOrd="0" presId="urn:microsoft.com/office/officeart/2005/8/layout/hierarchy1"/>
    <dgm:cxn modelId="{270C13F8-A28A-4CC7-A8F2-8ECFC37774DD}" type="presParOf" srcId="{AC665988-D2DC-E14F-B467-28ADF91F8F15}" destId="{C9D855B1-F204-3449-A0AB-C83C199BFD6B}" srcOrd="1" destOrd="0" presId="urn:microsoft.com/office/officeart/2005/8/layout/hierarchy1"/>
    <dgm:cxn modelId="{FCA2F5C2-FC2A-4B2A-A29E-7C6F7D9A70AF}" type="presParOf" srcId="{7D3F5C1B-61DC-AD42-8AE5-BEEE45F0D2A2}" destId="{158DD9B6-60BC-2441-9B3A-ABE4E09BA18B}" srcOrd="1" destOrd="0" presId="urn:microsoft.com/office/officeart/2005/8/layout/hierarchy1"/>
    <dgm:cxn modelId="{0ECE02F0-A121-4C0F-BA7B-2615E46F44C1}" type="presParOf" srcId="{158DD9B6-60BC-2441-9B3A-ABE4E09BA18B}" destId="{4C4AF905-DDF4-E241-A58B-D9F5E626544B}" srcOrd="0" destOrd="0" presId="urn:microsoft.com/office/officeart/2005/8/layout/hierarchy1"/>
    <dgm:cxn modelId="{86384381-2A4F-42C0-9466-7873E4FBB054}" type="presParOf" srcId="{158DD9B6-60BC-2441-9B3A-ABE4E09BA18B}" destId="{96F9D759-329B-8447-ACE3-1D1908AF39CA}" srcOrd="1" destOrd="0" presId="urn:microsoft.com/office/officeart/2005/8/layout/hierarchy1"/>
    <dgm:cxn modelId="{6567627E-9990-4D09-9BF3-2898793E9497}" type="presParOf" srcId="{96F9D759-329B-8447-ACE3-1D1908AF39CA}" destId="{5B31A2F8-731F-3142-9250-68B25B08921B}" srcOrd="0" destOrd="0" presId="urn:microsoft.com/office/officeart/2005/8/layout/hierarchy1"/>
    <dgm:cxn modelId="{A914C909-C710-4FA2-A817-A49E11B0381D}" type="presParOf" srcId="{5B31A2F8-731F-3142-9250-68B25B08921B}" destId="{D69C27FE-178C-0B44-8F16-561617AC1399}" srcOrd="0" destOrd="0" presId="urn:microsoft.com/office/officeart/2005/8/layout/hierarchy1"/>
    <dgm:cxn modelId="{1EE28B84-EAB6-4534-93B6-FD4643B6EB13}" type="presParOf" srcId="{5B31A2F8-731F-3142-9250-68B25B08921B}" destId="{D868DAD2-E310-8F43-A407-6333AC65E4ED}" srcOrd="1" destOrd="0" presId="urn:microsoft.com/office/officeart/2005/8/layout/hierarchy1"/>
    <dgm:cxn modelId="{F72A7D88-02A9-413E-8150-61DF5D44A17C}" type="presParOf" srcId="{96F9D759-329B-8447-ACE3-1D1908AF39CA}" destId="{E43D8B10-5787-D14E-B9FA-E7D8EE6FDE4F}" srcOrd="1" destOrd="0" presId="urn:microsoft.com/office/officeart/2005/8/layout/hierarchy1"/>
    <dgm:cxn modelId="{9108870D-7340-465D-BA10-2AF8490C0B13}" type="presParOf" srcId="{E43D8B10-5787-D14E-B9FA-E7D8EE6FDE4F}" destId="{5F7EDAEE-AFB2-1145-9746-5AE19E9F92D3}" srcOrd="0" destOrd="0" presId="urn:microsoft.com/office/officeart/2005/8/layout/hierarchy1"/>
    <dgm:cxn modelId="{5DBF487D-A262-4FF2-BB39-4D0A4AF2CB92}" type="presParOf" srcId="{E43D8B10-5787-D14E-B9FA-E7D8EE6FDE4F}" destId="{F0EA369D-6E0F-574B-A3F0-572551C74A3F}" srcOrd="1" destOrd="0" presId="urn:microsoft.com/office/officeart/2005/8/layout/hierarchy1"/>
    <dgm:cxn modelId="{67712831-4238-42DB-AD38-740A56910176}" type="presParOf" srcId="{F0EA369D-6E0F-574B-A3F0-572551C74A3F}" destId="{C25B6143-95B1-264C-97D6-00D6662E4060}" srcOrd="0" destOrd="0" presId="urn:microsoft.com/office/officeart/2005/8/layout/hierarchy1"/>
    <dgm:cxn modelId="{50A971E0-A855-457D-9B31-9802A991116B}" type="presParOf" srcId="{C25B6143-95B1-264C-97D6-00D6662E4060}" destId="{27CAD266-EAE3-2A42-904D-42C85764CE0C}" srcOrd="0" destOrd="0" presId="urn:microsoft.com/office/officeart/2005/8/layout/hierarchy1"/>
    <dgm:cxn modelId="{96A46A28-6818-4ED9-B13A-A4580D7F46D5}" type="presParOf" srcId="{C25B6143-95B1-264C-97D6-00D6662E4060}" destId="{3FFFB191-7A5B-F648-9ADA-E2E297B6B27E}" srcOrd="1" destOrd="0" presId="urn:microsoft.com/office/officeart/2005/8/layout/hierarchy1"/>
    <dgm:cxn modelId="{879CEBEB-CBA1-4F4E-ABE8-76BE0D954596}" type="presParOf" srcId="{F0EA369D-6E0F-574B-A3F0-572551C74A3F}" destId="{D8EBBF63-6A1E-BF47-8620-76A6ADA637B3}" srcOrd="1" destOrd="0" presId="urn:microsoft.com/office/officeart/2005/8/layout/hierarchy1"/>
    <dgm:cxn modelId="{AE4DC7E1-942E-4BBE-ADC7-92B9896A5B60}" type="presParOf" srcId="{E43D8B10-5787-D14E-B9FA-E7D8EE6FDE4F}" destId="{569A5F3A-4E52-48EA-859C-370CC039C2FD}" srcOrd="2" destOrd="0" presId="urn:microsoft.com/office/officeart/2005/8/layout/hierarchy1"/>
    <dgm:cxn modelId="{58EAC74B-C665-4FF7-B499-F66EE46C9747}" type="presParOf" srcId="{E43D8B10-5787-D14E-B9FA-E7D8EE6FDE4F}" destId="{E86794D7-6CD4-45C1-A016-F7B321826338}" srcOrd="3" destOrd="0" presId="urn:microsoft.com/office/officeart/2005/8/layout/hierarchy1"/>
    <dgm:cxn modelId="{AEEA7816-C17C-4516-9693-7119B97EAA06}" type="presParOf" srcId="{E86794D7-6CD4-45C1-A016-F7B321826338}" destId="{A3A0F3F8-A416-4599-B61E-38A7A2D32726}" srcOrd="0" destOrd="0" presId="urn:microsoft.com/office/officeart/2005/8/layout/hierarchy1"/>
    <dgm:cxn modelId="{1F588580-EA3F-4ED1-881B-AA0D659607DB}" type="presParOf" srcId="{A3A0F3F8-A416-4599-B61E-38A7A2D32726}" destId="{6B746CC5-1B73-4770-A074-3F7C0BB16490}" srcOrd="0" destOrd="0" presId="urn:microsoft.com/office/officeart/2005/8/layout/hierarchy1"/>
    <dgm:cxn modelId="{A6282615-CECA-4819-80A8-64D5F6AC4862}" type="presParOf" srcId="{A3A0F3F8-A416-4599-B61E-38A7A2D32726}" destId="{380C65A8-4FC8-49A3-A3A3-AD0E47C7423F}" srcOrd="1" destOrd="0" presId="urn:microsoft.com/office/officeart/2005/8/layout/hierarchy1"/>
    <dgm:cxn modelId="{EC1B42E6-D7B6-4425-949F-F8FFAD62EB2E}" type="presParOf" srcId="{E86794D7-6CD4-45C1-A016-F7B321826338}" destId="{7D44DF22-D85C-463D-8FE0-BE99841F1854}" srcOrd="1" destOrd="0" presId="urn:microsoft.com/office/officeart/2005/8/layout/hierarchy1"/>
    <dgm:cxn modelId="{BD819856-4C17-4B83-9595-547F21A205F2}" type="presParOf" srcId="{E43D8B10-5787-D14E-B9FA-E7D8EE6FDE4F}" destId="{324B13CA-78DC-4553-B52F-86BB0E109E9A}" srcOrd="4" destOrd="0" presId="urn:microsoft.com/office/officeart/2005/8/layout/hierarchy1"/>
    <dgm:cxn modelId="{8D6FB10A-F106-48C0-AC29-3882C19A09FE}" type="presParOf" srcId="{E43D8B10-5787-D14E-B9FA-E7D8EE6FDE4F}" destId="{DB8CA1D4-40D2-4D62-969B-C84B870FC019}" srcOrd="5" destOrd="0" presId="urn:microsoft.com/office/officeart/2005/8/layout/hierarchy1"/>
    <dgm:cxn modelId="{95C103EF-7A7A-47F6-9192-50ACB2DBDBCA}" type="presParOf" srcId="{DB8CA1D4-40D2-4D62-969B-C84B870FC019}" destId="{01E457D8-C482-4CB5-8E53-6FD31E134E04}" srcOrd="0" destOrd="0" presId="urn:microsoft.com/office/officeart/2005/8/layout/hierarchy1"/>
    <dgm:cxn modelId="{481D78F9-842D-4AFD-8798-0E5D3AFF7C3C}" type="presParOf" srcId="{01E457D8-C482-4CB5-8E53-6FD31E134E04}" destId="{EC15A6C4-0CA9-40F8-9808-F865E2333BF2}" srcOrd="0" destOrd="0" presId="urn:microsoft.com/office/officeart/2005/8/layout/hierarchy1"/>
    <dgm:cxn modelId="{FFEC8BC7-51F3-44D9-9026-7675F5703254}" type="presParOf" srcId="{01E457D8-C482-4CB5-8E53-6FD31E134E04}" destId="{70567FC2-42CC-421F-A060-8662D6988BAB}" srcOrd="1" destOrd="0" presId="urn:microsoft.com/office/officeart/2005/8/layout/hierarchy1"/>
    <dgm:cxn modelId="{407EEF0B-F49D-4FA8-BD24-2724BBB29F6A}" type="presParOf" srcId="{DB8CA1D4-40D2-4D62-969B-C84B870FC019}" destId="{C5FBF302-5B8D-49D2-A725-A2C8E4901F86}" srcOrd="1" destOrd="0" presId="urn:microsoft.com/office/officeart/2005/8/layout/hierarchy1"/>
    <dgm:cxn modelId="{C872385E-E694-45BB-B433-9CF53D3E3881}" type="presParOf" srcId="{C5FBF302-5B8D-49D2-A725-A2C8E4901F86}" destId="{059FE831-3934-AA4C-81D9-A1165D6BA533}" srcOrd="0" destOrd="0" presId="urn:microsoft.com/office/officeart/2005/8/layout/hierarchy1"/>
    <dgm:cxn modelId="{E99B3AFE-8328-4546-91DB-A8C90377650D}" type="presParOf" srcId="{C5FBF302-5B8D-49D2-A725-A2C8E4901F86}" destId="{E277D6FD-6DCB-5543-93AA-93EA8001A69C}" srcOrd="1" destOrd="0" presId="urn:microsoft.com/office/officeart/2005/8/layout/hierarchy1"/>
    <dgm:cxn modelId="{B1047449-5C73-4A78-80D9-83B5A15D2728}" type="presParOf" srcId="{E277D6FD-6DCB-5543-93AA-93EA8001A69C}" destId="{5D83A187-D480-4746-BCFA-6A3C92B5A341}" srcOrd="0" destOrd="0" presId="urn:microsoft.com/office/officeart/2005/8/layout/hierarchy1"/>
    <dgm:cxn modelId="{764C1479-0042-4B9B-AE5D-EC0C8C5D864E}" type="presParOf" srcId="{5D83A187-D480-4746-BCFA-6A3C92B5A341}" destId="{B98F8870-53AF-2E47-8DC4-D3880E39DAC2}" srcOrd="0" destOrd="0" presId="urn:microsoft.com/office/officeart/2005/8/layout/hierarchy1"/>
    <dgm:cxn modelId="{C3AAADD3-DF12-402A-97DD-162E7EAAF205}" type="presParOf" srcId="{5D83A187-D480-4746-BCFA-6A3C92B5A341}" destId="{C600CFF6-A683-1446-81BA-585206CB3A42}" srcOrd="1" destOrd="0" presId="urn:microsoft.com/office/officeart/2005/8/layout/hierarchy1"/>
    <dgm:cxn modelId="{159A08D2-31F3-4312-9498-8223FE8229D9}" type="presParOf" srcId="{E277D6FD-6DCB-5543-93AA-93EA8001A69C}" destId="{A8343A08-0A89-5743-BD27-4D119D91232D}" srcOrd="1" destOrd="0" presId="urn:microsoft.com/office/officeart/2005/8/layout/hierarchy1"/>
    <dgm:cxn modelId="{E3003603-5821-4940-B510-C223BB4498FD}" type="presParOf" srcId="{C5FBF302-5B8D-49D2-A725-A2C8E4901F86}" destId="{A50E9863-A52D-9549-A655-6F56C7EA8276}" srcOrd="2" destOrd="0" presId="urn:microsoft.com/office/officeart/2005/8/layout/hierarchy1"/>
    <dgm:cxn modelId="{65F9EBD4-E155-4D96-8218-2F094F5A63C9}" type="presParOf" srcId="{C5FBF302-5B8D-49D2-A725-A2C8E4901F86}" destId="{014B64B1-862B-1F40-8525-ECD3E67D97D9}" srcOrd="3" destOrd="0" presId="urn:microsoft.com/office/officeart/2005/8/layout/hierarchy1"/>
    <dgm:cxn modelId="{D6F717B1-B516-4F0B-924F-07C7B1721C73}" type="presParOf" srcId="{014B64B1-862B-1F40-8525-ECD3E67D97D9}" destId="{5A66841A-B8BE-E244-99D3-DB1E85E10C35}" srcOrd="0" destOrd="0" presId="urn:microsoft.com/office/officeart/2005/8/layout/hierarchy1"/>
    <dgm:cxn modelId="{E574481A-B17B-49BB-9B62-96EE960F867C}" type="presParOf" srcId="{5A66841A-B8BE-E244-99D3-DB1E85E10C35}" destId="{C320C1A5-5933-7346-8BDE-9AEE18EED0D5}" srcOrd="0" destOrd="0" presId="urn:microsoft.com/office/officeart/2005/8/layout/hierarchy1"/>
    <dgm:cxn modelId="{279811B8-504E-480B-A722-D28246230004}" type="presParOf" srcId="{5A66841A-B8BE-E244-99D3-DB1E85E10C35}" destId="{3F869B66-BEF4-EA49-A760-429C1E32A4A8}" srcOrd="1" destOrd="0" presId="urn:microsoft.com/office/officeart/2005/8/layout/hierarchy1"/>
    <dgm:cxn modelId="{301DEB55-9C8A-4058-9092-40D933454C27}" type="presParOf" srcId="{014B64B1-862B-1F40-8525-ECD3E67D97D9}" destId="{D5983698-DEAC-0047-BC3F-2C489D8B80B9}" srcOrd="1" destOrd="0" presId="urn:microsoft.com/office/officeart/2005/8/layout/hierarchy1"/>
    <dgm:cxn modelId="{F00BA693-8EB0-4A27-B9AD-08777F03837D}" type="presParOf" srcId="{C5FBF302-5B8D-49D2-A725-A2C8E4901F86}" destId="{984D623A-B6C1-EF4D-B38B-A09708FA56E0}" srcOrd="4" destOrd="0" presId="urn:microsoft.com/office/officeart/2005/8/layout/hierarchy1"/>
    <dgm:cxn modelId="{E34D45A5-ECE8-4A15-9C18-35C641D36D03}" type="presParOf" srcId="{C5FBF302-5B8D-49D2-A725-A2C8E4901F86}" destId="{9308F059-D3CD-5944-8EA1-C9826AE7085F}" srcOrd="5" destOrd="0" presId="urn:microsoft.com/office/officeart/2005/8/layout/hierarchy1"/>
    <dgm:cxn modelId="{AB90D8CB-EA26-42BB-926F-834B254ECC72}" type="presParOf" srcId="{9308F059-D3CD-5944-8EA1-C9826AE7085F}" destId="{FEF2D0AB-F9C7-9B40-AE96-35367F6DB3C5}" srcOrd="0" destOrd="0" presId="urn:microsoft.com/office/officeart/2005/8/layout/hierarchy1"/>
    <dgm:cxn modelId="{B620EE11-BFCC-4C4B-9964-473AE1775934}" type="presParOf" srcId="{FEF2D0AB-F9C7-9B40-AE96-35367F6DB3C5}" destId="{E8292A70-5998-2848-8036-0475A0D76C22}" srcOrd="0" destOrd="0" presId="urn:microsoft.com/office/officeart/2005/8/layout/hierarchy1"/>
    <dgm:cxn modelId="{27AD4227-E144-45A9-BDCD-990430E5E8F6}" type="presParOf" srcId="{FEF2D0AB-F9C7-9B40-AE96-35367F6DB3C5}" destId="{7FF2E27C-78CE-5D43-AABB-62242276235A}" srcOrd="1" destOrd="0" presId="urn:microsoft.com/office/officeart/2005/8/layout/hierarchy1"/>
    <dgm:cxn modelId="{4A3432A7-23C2-45DA-BEDD-F0D400C70CDA}" type="presParOf" srcId="{9308F059-D3CD-5944-8EA1-C9826AE7085F}" destId="{E22EE871-18D1-2840-991D-EB5118EE4EEB}" srcOrd="1" destOrd="0" presId="urn:microsoft.com/office/officeart/2005/8/layout/hierarchy1"/>
    <dgm:cxn modelId="{F8543177-C1E1-417B-9820-97CD739F8AC5}" type="presParOf" srcId="{E43D8B10-5787-D14E-B9FA-E7D8EE6FDE4F}" destId="{7A5A9C9D-5743-894D-9DC3-3B769CCB28E8}" srcOrd="6" destOrd="0" presId="urn:microsoft.com/office/officeart/2005/8/layout/hierarchy1"/>
    <dgm:cxn modelId="{BBB234A5-E700-44AE-8B5E-BB14AF574981}" type="presParOf" srcId="{E43D8B10-5787-D14E-B9FA-E7D8EE6FDE4F}" destId="{635B408F-A789-4843-AF4F-742F5C478724}" srcOrd="7" destOrd="0" presId="urn:microsoft.com/office/officeart/2005/8/layout/hierarchy1"/>
    <dgm:cxn modelId="{2FF50B71-58CF-46A2-921C-8A4BFCFEEF1D}" type="presParOf" srcId="{635B408F-A789-4843-AF4F-742F5C478724}" destId="{5560BF9A-9B6F-1E47-822D-BE50ADE485DF}" srcOrd="0" destOrd="0" presId="urn:microsoft.com/office/officeart/2005/8/layout/hierarchy1"/>
    <dgm:cxn modelId="{02613A86-E493-4122-A064-CCF75AFE73A7}" type="presParOf" srcId="{5560BF9A-9B6F-1E47-822D-BE50ADE485DF}" destId="{B971B8B7-8197-DF40-94B7-D04DF948C93E}" srcOrd="0" destOrd="0" presId="urn:microsoft.com/office/officeart/2005/8/layout/hierarchy1"/>
    <dgm:cxn modelId="{323D8449-1A1C-489D-888B-2AFAF7E4F1CE}" type="presParOf" srcId="{5560BF9A-9B6F-1E47-822D-BE50ADE485DF}" destId="{400D3616-5140-9D4A-B0A6-0608E5978375}" srcOrd="1" destOrd="0" presId="urn:microsoft.com/office/officeart/2005/8/layout/hierarchy1"/>
    <dgm:cxn modelId="{02C85CD5-CB40-4F3B-A53F-80EC183F46A5}" type="presParOf" srcId="{635B408F-A789-4843-AF4F-742F5C478724}" destId="{94012332-EC24-4549-BD39-17E2E2558455}" srcOrd="1" destOrd="0" presId="urn:microsoft.com/office/officeart/2005/8/layout/hierarchy1"/>
    <dgm:cxn modelId="{D0FB12D4-7677-4081-A865-9A44B71340D3}" type="presParOf" srcId="{158DD9B6-60BC-2441-9B3A-ABE4E09BA18B}" destId="{363CB994-25D6-3343-8FF2-3F44D7B39F3E}" srcOrd="2" destOrd="0" presId="urn:microsoft.com/office/officeart/2005/8/layout/hierarchy1"/>
    <dgm:cxn modelId="{65494C54-709B-4ED3-8991-26A878FA2277}" type="presParOf" srcId="{158DD9B6-60BC-2441-9B3A-ABE4E09BA18B}" destId="{0517C462-0F20-474A-999F-2275B7CA1B26}" srcOrd="3" destOrd="0" presId="urn:microsoft.com/office/officeart/2005/8/layout/hierarchy1"/>
    <dgm:cxn modelId="{BC13AA8D-867D-4A2C-A112-FE186326D6C1}" type="presParOf" srcId="{0517C462-0F20-474A-999F-2275B7CA1B26}" destId="{53C3B555-F63D-CE45-9843-C980835FEDF2}" srcOrd="0" destOrd="0" presId="urn:microsoft.com/office/officeart/2005/8/layout/hierarchy1"/>
    <dgm:cxn modelId="{16774585-8665-4D52-91EE-513BD83E139D}" type="presParOf" srcId="{53C3B555-F63D-CE45-9843-C980835FEDF2}" destId="{6D5BA4A2-8D20-0449-9E98-F0EF444A63FB}" srcOrd="0" destOrd="0" presId="urn:microsoft.com/office/officeart/2005/8/layout/hierarchy1"/>
    <dgm:cxn modelId="{69BE9B5F-C683-4775-844D-AE1665D01E0D}" type="presParOf" srcId="{53C3B555-F63D-CE45-9843-C980835FEDF2}" destId="{FBAACFE0-43C6-F245-ADA4-A9A35786F27A}" srcOrd="1" destOrd="0" presId="urn:microsoft.com/office/officeart/2005/8/layout/hierarchy1"/>
    <dgm:cxn modelId="{A2C98E57-9216-4993-9796-1F6E9E49EC36}" type="presParOf" srcId="{0517C462-0F20-474A-999F-2275B7CA1B26}" destId="{7131125B-E55F-734E-8098-71DEBEEDCC5A}" srcOrd="1" destOrd="0" presId="urn:microsoft.com/office/officeart/2005/8/layout/hierarchy1"/>
    <dgm:cxn modelId="{4E814A28-3FC7-499A-AF5F-CD5D0E04FEDF}" type="presParOf" srcId="{7131125B-E55F-734E-8098-71DEBEEDCC5A}" destId="{5408A212-47CD-4D46-8FAB-27B848FD240A}" srcOrd="0" destOrd="0" presId="urn:microsoft.com/office/officeart/2005/8/layout/hierarchy1"/>
    <dgm:cxn modelId="{FBEF8D25-6E8B-4B12-8ACC-F0BE5FFBC067}" type="presParOf" srcId="{7131125B-E55F-734E-8098-71DEBEEDCC5A}" destId="{6DA1E2AD-2C79-CF4A-BF8F-DDC4BC3E8328}" srcOrd="1" destOrd="0" presId="urn:microsoft.com/office/officeart/2005/8/layout/hierarchy1"/>
    <dgm:cxn modelId="{D98AD01C-03F0-4891-9E4F-FD0EB4765FA9}" type="presParOf" srcId="{6DA1E2AD-2C79-CF4A-BF8F-DDC4BC3E8328}" destId="{B9EA2B61-DBD5-A141-BC4B-993F0F3A5C66}" srcOrd="0" destOrd="0" presId="urn:microsoft.com/office/officeart/2005/8/layout/hierarchy1"/>
    <dgm:cxn modelId="{34609D24-B129-4809-898C-CA1AEF54A872}" type="presParOf" srcId="{B9EA2B61-DBD5-A141-BC4B-993F0F3A5C66}" destId="{F7A0C49C-47A1-134D-818D-55E7FE493CB6}" srcOrd="0" destOrd="0" presId="urn:microsoft.com/office/officeart/2005/8/layout/hierarchy1"/>
    <dgm:cxn modelId="{2C8B9015-FFA9-444C-BEC7-49C1A10A0322}" type="presParOf" srcId="{B9EA2B61-DBD5-A141-BC4B-993F0F3A5C66}" destId="{37EEB28E-EED4-3D42-B6E7-4F1F94EEB9B5}" srcOrd="1" destOrd="0" presId="urn:microsoft.com/office/officeart/2005/8/layout/hierarchy1"/>
    <dgm:cxn modelId="{3F305B74-03D9-45FB-AD6E-6B07B681DBD3}" type="presParOf" srcId="{6DA1E2AD-2C79-CF4A-BF8F-DDC4BC3E8328}" destId="{5495DD1B-8F92-3E46-8B7A-A4A0FD3EC739}" srcOrd="1" destOrd="0" presId="urn:microsoft.com/office/officeart/2005/8/layout/hierarchy1"/>
    <dgm:cxn modelId="{F360539A-4EB4-46A2-94F6-564A3804973E}" type="presParOf" srcId="{7131125B-E55F-734E-8098-71DEBEEDCC5A}" destId="{DDEFD511-0F87-48C6-B33F-3CD83EFAAD23}" srcOrd="2" destOrd="0" presId="urn:microsoft.com/office/officeart/2005/8/layout/hierarchy1"/>
    <dgm:cxn modelId="{4AD88A61-B4F8-492F-A0DC-2D01D5E8722F}" type="presParOf" srcId="{7131125B-E55F-734E-8098-71DEBEEDCC5A}" destId="{0AF609C6-A1A3-480C-B91C-9AC5070C6087}" srcOrd="3" destOrd="0" presId="urn:microsoft.com/office/officeart/2005/8/layout/hierarchy1"/>
    <dgm:cxn modelId="{2E70796D-EF61-4D65-9D72-6CBF8E4A6A42}" type="presParOf" srcId="{0AF609C6-A1A3-480C-B91C-9AC5070C6087}" destId="{63C595B6-D4FD-454C-99D8-7945C2E18EC0}" srcOrd="0" destOrd="0" presId="urn:microsoft.com/office/officeart/2005/8/layout/hierarchy1"/>
    <dgm:cxn modelId="{86B6D19D-F521-42E8-8CBA-43AD72E7D452}" type="presParOf" srcId="{63C595B6-D4FD-454C-99D8-7945C2E18EC0}" destId="{C4889D53-DF6E-4642-A197-917C59F648DF}" srcOrd="0" destOrd="0" presId="urn:microsoft.com/office/officeart/2005/8/layout/hierarchy1"/>
    <dgm:cxn modelId="{EF25E63B-BAE4-46BE-8AC8-76726C19A0A1}" type="presParOf" srcId="{63C595B6-D4FD-454C-99D8-7945C2E18EC0}" destId="{2C5A6CE5-DA05-497B-B717-71ABD29A5A2F}" srcOrd="1" destOrd="0" presId="urn:microsoft.com/office/officeart/2005/8/layout/hierarchy1"/>
    <dgm:cxn modelId="{BE16D7A6-6C88-4666-A836-2E0B17A0AA32}" type="presParOf" srcId="{0AF609C6-A1A3-480C-B91C-9AC5070C6087}" destId="{1ACFA640-F429-4AE6-9E31-4E45E37516E4}" srcOrd="1" destOrd="0" presId="urn:microsoft.com/office/officeart/2005/8/layout/hierarchy1"/>
    <dgm:cxn modelId="{1D525026-2140-47DF-BF14-DDDACF148139}" type="presParOf" srcId="{7131125B-E55F-734E-8098-71DEBEEDCC5A}" destId="{72BEECA5-4C18-4449-AC3C-A222387A1755}" srcOrd="4" destOrd="0" presId="urn:microsoft.com/office/officeart/2005/8/layout/hierarchy1"/>
    <dgm:cxn modelId="{B68D36FD-9444-4C60-8D13-1E24052034CA}" type="presParOf" srcId="{7131125B-E55F-734E-8098-71DEBEEDCC5A}" destId="{51766666-6EEF-4E4F-AD4F-93AAF4FFD5A6}" srcOrd="5" destOrd="0" presId="urn:microsoft.com/office/officeart/2005/8/layout/hierarchy1"/>
    <dgm:cxn modelId="{16294F35-E8DD-49FF-A5B1-387095EE2C70}" type="presParOf" srcId="{51766666-6EEF-4E4F-AD4F-93AAF4FFD5A6}" destId="{4857BB97-6BC1-40A0-8B0F-2229DE0BB600}" srcOrd="0" destOrd="0" presId="urn:microsoft.com/office/officeart/2005/8/layout/hierarchy1"/>
    <dgm:cxn modelId="{6764228D-B1A4-4547-8FCD-2B2C83FA2805}" type="presParOf" srcId="{4857BB97-6BC1-40A0-8B0F-2229DE0BB600}" destId="{860EDE5E-86EC-4ACE-8262-1CBD131BC2E7}" srcOrd="0" destOrd="0" presId="urn:microsoft.com/office/officeart/2005/8/layout/hierarchy1"/>
    <dgm:cxn modelId="{B4468BEE-DAB0-4F6D-84B3-E6CAF8B66A36}" type="presParOf" srcId="{4857BB97-6BC1-40A0-8B0F-2229DE0BB600}" destId="{3A5539BE-58BB-49ED-BC15-3FD6685AF763}" srcOrd="1" destOrd="0" presId="urn:microsoft.com/office/officeart/2005/8/layout/hierarchy1"/>
    <dgm:cxn modelId="{F6F5C5F1-D7CA-4CED-91E4-DC717883A4EB}" type="presParOf" srcId="{51766666-6EEF-4E4F-AD4F-93AAF4FFD5A6}" destId="{0378D625-9134-446A-BFEB-CB8014FB1047}" srcOrd="1" destOrd="0" presId="urn:microsoft.com/office/officeart/2005/8/layout/hierarchy1"/>
    <dgm:cxn modelId="{4BCFA6D1-113A-4041-A86C-A18C60ABAACE}" type="presParOf" srcId="{0378D625-9134-446A-BFEB-CB8014FB1047}" destId="{337060B7-D3D4-F94E-B389-33AFD88D6377}" srcOrd="0" destOrd="0" presId="urn:microsoft.com/office/officeart/2005/8/layout/hierarchy1"/>
    <dgm:cxn modelId="{A28B05E8-CF42-438C-9854-2B0AA32BC134}" type="presParOf" srcId="{0378D625-9134-446A-BFEB-CB8014FB1047}" destId="{B2F0B8DB-094A-CE48-B70D-2EB4DA5FD022}" srcOrd="1" destOrd="0" presId="urn:microsoft.com/office/officeart/2005/8/layout/hierarchy1"/>
    <dgm:cxn modelId="{FCA9A1E3-7DF3-47CC-B92A-DC8FF75A077D}" type="presParOf" srcId="{B2F0B8DB-094A-CE48-B70D-2EB4DA5FD022}" destId="{BFAF98AD-2BE9-C045-9DC6-545127F0E7BF}" srcOrd="0" destOrd="0" presId="urn:microsoft.com/office/officeart/2005/8/layout/hierarchy1"/>
    <dgm:cxn modelId="{3D7A7306-ACFC-493D-881A-A5877A2D4783}" type="presParOf" srcId="{BFAF98AD-2BE9-C045-9DC6-545127F0E7BF}" destId="{2CCD2003-1084-6E45-A16F-8DD22C2F3363}" srcOrd="0" destOrd="0" presId="urn:microsoft.com/office/officeart/2005/8/layout/hierarchy1"/>
    <dgm:cxn modelId="{AC27D04D-A3BF-4111-A2CD-22A09066B37C}" type="presParOf" srcId="{BFAF98AD-2BE9-C045-9DC6-545127F0E7BF}" destId="{9870B9CA-F9A5-4E43-AED1-DF454225F6BE}" srcOrd="1" destOrd="0" presId="urn:microsoft.com/office/officeart/2005/8/layout/hierarchy1"/>
    <dgm:cxn modelId="{343E96BF-9C65-492A-A6CD-E9F2E61A5076}" type="presParOf" srcId="{B2F0B8DB-094A-CE48-B70D-2EB4DA5FD022}" destId="{595335F3-78A3-4D46-9FAE-0177047895A2}" srcOrd="1" destOrd="0" presId="urn:microsoft.com/office/officeart/2005/8/layout/hierarchy1"/>
    <dgm:cxn modelId="{4F346C4E-6BF0-48FD-BED9-6604EE27A500}" type="presParOf" srcId="{0378D625-9134-446A-BFEB-CB8014FB1047}" destId="{F2409E12-FE7E-0B40-8ED9-46993E014F7D}" srcOrd="2" destOrd="0" presId="urn:microsoft.com/office/officeart/2005/8/layout/hierarchy1"/>
    <dgm:cxn modelId="{76928ADB-BE61-4F57-B8BD-16FF6348DFC2}" type="presParOf" srcId="{0378D625-9134-446A-BFEB-CB8014FB1047}" destId="{5C727061-6ECD-0646-8CB9-1ECA039C7992}" srcOrd="3" destOrd="0" presId="urn:microsoft.com/office/officeart/2005/8/layout/hierarchy1"/>
    <dgm:cxn modelId="{28DC8E13-4191-4566-A9A0-E9928A338404}" type="presParOf" srcId="{5C727061-6ECD-0646-8CB9-1ECA039C7992}" destId="{E687696C-B94D-AB46-B894-EAC5BA9F2A3B}" srcOrd="0" destOrd="0" presId="urn:microsoft.com/office/officeart/2005/8/layout/hierarchy1"/>
    <dgm:cxn modelId="{B486B0BC-45B4-49FA-8FD5-768505AA4E48}" type="presParOf" srcId="{E687696C-B94D-AB46-B894-EAC5BA9F2A3B}" destId="{79156C9E-B7D6-044E-BDFF-0A9B633EEE56}" srcOrd="0" destOrd="0" presId="urn:microsoft.com/office/officeart/2005/8/layout/hierarchy1"/>
    <dgm:cxn modelId="{AD9331DF-3E22-4C8C-8DCB-617F492C79EF}" type="presParOf" srcId="{E687696C-B94D-AB46-B894-EAC5BA9F2A3B}" destId="{5735B7E3-EFC1-2649-A353-6DA6C57BE7F2}" srcOrd="1" destOrd="0" presId="urn:microsoft.com/office/officeart/2005/8/layout/hierarchy1"/>
    <dgm:cxn modelId="{750EC8AC-8B40-497E-9E69-D92E4272E01D}" type="presParOf" srcId="{5C727061-6ECD-0646-8CB9-1ECA039C7992}" destId="{878E7CB4-370B-C24B-95F9-B0A6FDC29E0C}" srcOrd="1" destOrd="0" presId="urn:microsoft.com/office/officeart/2005/8/layout/hierarchy1"/>
    <dgm:cxn modelId="{333BE4C6-32F7-4C6F-956A-91416D6666E5}" type="presParOf" srcId="{0378D625-9134-446A-BFEB-CB8014FB1047}" destId="{F693BDAA-9A8E-FC45-932B-DEA151ED6822}" srcOrd="4" destOrd="0" presId="urn:microsoft.com/office/officeart/2005/8/layout/hierarchy1"/>
    <dgm:cxn modelId="{62581EDB-CECE-4A2A-9D60-C3C580E7BDD7}" type="presParOf" srcId="{0378D625-9134-446A-BFEB-CB8014FB1047}" destId="{6650A149-B299-6E43-961A-E2FE500539D9}" srcOrd="5" destOrd="0" presId="urn:microsoft.com/office/officeart/2005/8/layout/hierarchy1"/>
    <dgm:cxn modelId="{C833BDCA-36F0-4989-B6C1-E2FA32D18EA7}" type="presParOf" srcId="{6650A149-B299-6E43-961A-E2FE500539D9}" destId="{213DB7BE-979D-2E4D-8A13-5430705A0393}" srcOrd="0" destOrd="0" presId="urn:microsoft.com/office/officeart/2005/8/layout/hierarchy1"/>
    <dgm:cxn modelId="{9C33442F-5E8D-4E91-BC61-3CC40AFE61FC}" type="presParOf" srcId="{213DB7BE-979D-2E4D-8A13-5430705A0393}" destId="{C19139E1-A0BD-5B49-997C-3539729C0F4B}" srcOrd="0" destOrd="0" presId="urn:microsoft.com/office/officeart/2005/8/layout/hierarchy1"/>
    <dgm:cxn modelId="{542E2C3A-34F2-4823-BBCC-CC92E5CBFC21}" type="presParOf" srcId="{213DB7BE-979D-2E4D-8A13-5430705A0393}" destId="{83C2F6A7-B8DB-EA4F-8B79-DB7C685DAB41}" srcOrd="1" destOrd="0" presId="urn:microsoft.com/office/officeart/2005/8/layout/hierarchy1"/>
    <dgm:cxn modelId="{484023C3-F467-4B86-A347-6C250FC6BA73}" type="presParOf" srcId="{6650A149-B299-6E43-961A-E2FE500539D9}" destId="{1A519290-889C-734F-BEF1-6FBA89657A64}" srcOrd="1" destOrd="0" presId="urn:microsoft.com/office/officeart/2005/8/layout/hierarchy1"/>
    <dgm:cxn modelId="{A4182611-24E7-4656-8C6B-F318A38A6040}" type="presParOf" srcId="{0378D625-9134-446A-BFEB-CB8014FB1047}" destId="{8BBCA62D-46DF-DA41-A721-B30D64F12F51}" srcOrd="6" destOrd="0" presId="urn:microsoft.com/office/officeart/2005/8/layout/hierarchy1"/>
    <dgm:cxn modelId="{A9883DEB-B7AB-4A53-A3E2-EB3D1D8DBC6F}" type="presParOf" srcId="{0378D625-9134-446A-BFEB-CB8014FB1047}" destId="{B9830C9A-D20E-564A-A78F-221D5A7BDEDF}" srcOrd="7" destOrd="0" presId="urn:microsoft.com/office/officeart/2005/8/layout/hierarchy1"/>
    <dgm:cxn modelId="{C4ECE269-89F0-4E42-B029-90EB56CCFF45}" type="presParOf" srcId="{B9830C9A-D20E-564A-A78F-221D5A7BDEDF}" destId="{A049ED82-7D17-4E4B-801C-7ED2DA9C02C1}" srcOrd="0" destOrd="0" presId="urn:microsoft.com/office/officeart/2005/8/layout/hierarchy1"/>
    <dgm:cxn modelId="{BCEE1D72-8FFF-438B-847D-1578830F215E}" type="presParOf" srcId="{A049ED82-7D17-4E4B-801C-7ED2DA9C02C1}" destId="{7BC15EF3-0DDB-9343-A8E7-056233817092}" srcOrd="0" destOrd="0" presId="urn:microsoft.com/office/officeart/2005/8/layout/hierarchy1"/>
    <dgm:cxn modelId="{92B64F1B-2D58-4B9C-85E2-71080ABDEC8C}" type="presParOf" srcId="{A049ED82-7D17-4E4B-801C-7ED2DA9C02C1}" destId="{83794B4D-0647-C949-BFC8-EF70C9EBF151}" srcOrd="1" destOrd="0" presId="urn:microsoft.com/office/officeart/2005/8/layout/hierarchy1"/>
    <dgm:cxn modelId="{5E603497-09DA-4AA5-A98D-CE39EA6C3572}" type="presParOf" srcId="{B9830C9A-D20E-564A-A78F-221D5A7BDEDF}" destId="{76898DF3-9D6D-1B4C-A727-8F00CFE2E6C5}" srcOrd="1" destOrd="0" presId="urn:microsoft.com/office/officeart/2005/8/layout/hierarchy1"/>
    <dgm:cxn modelId="{D168ACCD-0F71-4926-B1C1-D4206436E084}" type="presParOf" srcId="{158DD9B6-60BC-2441-9B3A-ABE4E09BA18B}" destId="{F231F884-6F5B-C848-BBFF-43A5940A956B}" srcOrd="4" destOrd="0" presId="urn:microsoft.com/office/officeart/2005/8/layout/hierarchy1"/>
    <dgm:cxn modelId="{02F7F7B2-F8ED-42A1-87D0-0D695FF9C8DE}" type="presParOf" srcId="{158DD9B6-60BC-2441-9B3A-ABE4E09BA18B}" destId="{FC86AE72-0A82-8C4B-A673-7708904C4EEF}" srcOrd="5" destOrd="0" presId="urn:microsoft.com/office/officeart/2005/8/layout/hierarchy1"/>
    <dgm:cxn modelId="{505F21D6-6C55-4BFB-BEA6-204F2B83B7EA}" type="presParOf" srcId="{FC86AE72-0A82-8C4B-A673-7708904C4EEF}" destId="{BC1B8EAF-2F18-E24D-BD86-0D90C97FA9EF}" srcOrd="0" destOrd="0" presId="urn:microsoft.com/office/officeart/2005/8/layout/hierarchy1"/>
    <dgm:cxn modelId="{BC1BF09B-B965-47E8-BB63-6A9ACF6D59BB}" type="presParOf" srcId="{BC1B8EAF-2F18-E24D-BD86-0D90C97FA9EF}" destId="{5F730CFB-B1DC-214D-A699-48CA2DB8DCBA}" srcOrd="0" destOrd="0" presId="urn:microsoft.com/office/officeart/2005/8/layout/hierarchy1"/>
    <dgm:cxn modelId="{6646FD72-F9E9-44FD-9A16-C72D3E31BCDA}" type="presParOf" srcId="{BC1B8EAF-2F18-E24D-BD86-0D90C97FA9EF}" destId="{704FCE75-65B4-4940-8049-21723A96BD6C}" srcOrd="1" destOrd="0" presId="urn:microsoft.com/office/officeart/2005/8/layout/hierarchy1"/>
    <dgm:cxn modelId="{EEE4B5DC-9116-4FE5-B0EA-9173678D7932}" type="presParOf" srcId="{FC86AE72-0A82-8C4B-A673-7708904C4EEF}" destId="{95DCBAF7-C96D-DD4C-8429-68EFDDF57072}" srcOrd="1" destOrd="0" presId="urn:microsoft.com/office/officeart/2005/8/layout/hierarchy1"/>
    <dgm:cxn modelId="{9590B356-F758-4992-91F5-244C855277D9}" type="presParOf" srcId="{95DCBAF7-C96D-DD4C-8429-68EFDDF57072}" destId="{CB170625-B302-E140-98D5-E17132BB5541}" srcOrd="0" destOrd="0" presId="urn:microsoft.com/office/officeart/2005/8/layout/hierarchy1"/>
    <dgm:cxn modelId="{910CC28C-8DD4-4856-B891-2347D1D23A04}" type="presParOf" srcId="{95DCBAF7-C96D-DD4C-8429-68EFDDF57072}" destId="{E2BBE2FF-B979-4D4B-9A15-C7828622EFAA}" srcOrd="1" destOrd="0" presId="urn:microsoft.com/office/officeart/2005/8/layout/hierarchy1"/>
    <dgm:cxn modelId="{3C3A1C35-D3D7-4349-967B-FF920CD6891C}" type="presParOf" srcId="{E2BBE2FF-B979-4D4B-9A15-C7828622EFAA}" destId="{2B818E21-30EF-4244-B79C-F797BB845B67}" srcOrd="0" destOrd="0" presId="urn:microsoft.com/office/officeart/2005/8/layout/hierarchy1"/>
    <dgm:cxn modelId="{3164826F-4D07-418D-A16C-1BCED2E10280}" type="presParOf" srcId="{2B818E21-30EF-4244-B79C-F797BB845B67}" destId="{2DCC3036-0B92-6C48-918D-7A4A72D3008D}" srcOrd="0" destOrd="0" presId="urn:microsoft.com/office/officeart/2005/8/layout/hierarchy1"/>
    <dgm:cxn modelId="{21BA8994-3D2D-49EB-A52C-39B2B841E4E2}" type="presParOf" srcId="{2B818E21-30EF-4244-B79C-F797BB845B67}" destId="{199134CF-3476-EF4E-BA54-83810A8EDF1A}" srcOrd="1" destOrd="0" presId="urn:microsoft.com/office/officeart/2005/8/layout/hierarchy1"/>
    <dgm:cxn modelId="{9A34C2B8-F7D9-46AA-AD0E-C746C46DB3A4}" type="presParOf" srcId="{E2BBE2FF-B979-4D4B-9A15-C7828622EFAA}" destId="{313DDD89-4E21-8248-B4D4-275E06983B01}" srcOrd="1" destOrd="0" presId="urn:microsoft.com/office/officeart/2005/8/layout/hierarchy1"/>
    <dgm:cxn modelId="{936FBA71-37D6-4A16-8FCE-D3297B85457E}" type="presParOf" srcId="{158DD9B6-60BC-2441-9B3A-ABE4E09BA18B}" destId="{773E929D-AFE4-8B45-A0D1-0E6894D6C807}" srcOrd="6" destOrd="0" presId="urn:microsoft.com/office/officeart/2005/8/layout/hierarchy1"/>
    <dgm:cxn modelId="{2BE99406-47B5-4F64-9D96-39808F018B8B}" type="presParOf" srcId="{158DD9B6-60BC-2441-9B3A-ABE4E09BA18B}" destId="{45E85224-B6B6-1340-A27A-FD7BC23F97A6}" srcOrd="7" destOrd="0" presId="urn:microsoft.com/office/officeart/2005/8/layout/hierarchy1"/>
    <dgm:cxn modelId="{9097A2E4-D058-4669-BB61-E4A88ACA4BB8}" type="presParOf" srcId="{45E85224-B6B6-1340-A27A-FD7BC23F97A6}" destId="{123552EF-AD3C-C24F-868E-356B6CF3F7CF}" srcOrd="0" destOrd="0" presId="urn:microsoft.com/office/officeart/2005/8/layout/hierarchy1"/>
    <dgm:cxn modelId="{6DB9D659-988A-4C38-AE3C-CE2EDA7AD0E9}" type="presParOf" srcId="{123552EF-AD3C-C24F-868E-356B6CF3F7CF}" destId="{E25B53CB-CF47-6D48-8760-6D5D8C409868}" srcOrd="0" destOrd="0" presId="urn:microsoft.com/office/officeart/2005/8/layout/hierarchy1"/>
    <dgm:cxn modelId="{4DDB851C-2C95-4A75-8E7A-7CFCC814F17A}" type="presParOf" srcId="{123552EF-AD3C-C24F-868E-356B6CF3F7CF}" destId="{EB5EDA5E-C36B-0D4C-A1AC-CFD58A43DD61}" srcOrd="1" destOrd="0" presId="urn:microsoft.com/office/officeart/2005/8/layout/hierarchy1"/>
    <dgm:cxn modelId="{43031228-6367-47E3-A684-0A24DD872A0F}" type="presParOf" srcId="{45E85224-B6B6-1340-A27A-FD7BC23F97A6}" destId="{D1A7D087-E9C3-9746-8FE6-7E4D4567C94A}" srcOrd="1" destOrd="0" presId="urn:microsoft.com/office/officeart/2005/8/layout/hierarchy1"/>
    <dgm:cxn modelId="{55BC6634-27DA-45D5-B30E-AF440E02FDD8}" type="presParOf" srcId="{D1A7D087-E9C3-9746-8FE6-7E4D4567C94A}" destId="{FF3C020C-B8AD-294E-B19A-558A93F87E04}" srcOrd="0" destOrd="0" presId="urn:microsoft.com/office/officeart/2005/8/layout/hierarchy1"/>
    <dgm:cxn modelId="{F1B73CE3-F9FB-4B93-AB92-81B7C669CD2D}" type="presParOf" srcId="{D1A7D087-E9C3-9746-8FE6-7E4D4567C94A}" destId="{C4EDDCE0-30BF-7C43-B5D5-93B5E4673083}" srcOrd="1" destOrd="0" presId="urn:microsoft.com/office/officeart/2005/8/layout/hierarchy1"/>
    <dgm:cxn modelId="{E85B6408-46A3-496C-AE32-DE2E114DF79B}" type="presParOf" srcId="{C4EDDCE0-30BF-7C43-B5D5-93B5E4673083}" destId="{9085F740-C290-AB4C-BFB4-AC054C1CE9A3}" srcOrd="0" destOrd="0" presId="urn:microsoft.com/office/officeart/2005/8/layout/hierarchy1"/>
    <dgm:cxn modelId="{514B041D-C020-474B-8CD5-A159B50EA9EA}" type="presParOf" srcId="{9085F740-C290-AB4C-BFB4-AC054C1CE9A3}" destId="{F661BCB1-6019-854E-AB11-069C96B73448}" srcOrd="0" destOrd="0" presId="urn:microsoft.com/office/officeart/2005/8/layout/hierarchy1"/>
    <dgm:cxn modelId="{C09DAAA4-B0D5-4372-B6CC-CD23C2536D48}" type="presParOf" srcId="{9085F740-C290-AB4C-BFB4-AC054C1CE9A3}" destId="{C4D0961C-9DF5-F94A-882D-21B44E665106}" srcOrd="1" destOrd="0" presId="urn:microsoft.com/office/officeart/2005/8/layout/hierarchy1"/>
    <dgm:cxn modelId="{CEA075D2-1CE1-4842-BF47-CE684552188D}" type="presParOf" srcId="{C4EDDCE0-30BF-7C43-B5D5-93B5E4673083}" destId="{34CB6D03-42F9-4E4D-9BE8-C5E96F55FD3C}" srcOrd="1" destOrd="0" presId="urn:microsoft.com/office/officeart/2005/8/layout/hierarchy1"/>
    <dgm:cxn modelId="{ABDD8106-0476-4A99-B150-A32729442739}" type="presParOf" srcId="{5C49ECAC-5568-E44A-857C-15EC9EF0E8A5}" destId="{7E10B0DA-187E-374C-A6AE-91CED635F384}" srcOrd="6" destOrd="0" presId="urn:microsoft.com/office/officeart/2005/8/layout/hierarchy1"/>
    <dgm:cxn modelId="{AF9AC3B6-7CF9-4F1C-8F03-A093494C6B54}" type="presParOf" srcId="{5C49ECAC-5568-E44A-857C-15EC9EF0E8A5}" destId="{475CDCC4-99E6-AE40-993A-80ACB08444B9}" srcOrd="7" destOrd="0" presId="urn:microsoft.com/office/officeart/2005/8/layout/hierarchy1"/>
    <dgm:cxn modelId="{9AAB6189-581E-4D68-8D8E-600D096473EA}" type="presParOf" srcId="{475CDCC4-99E6-AE40-993A-80ACB08444B9}" destId="{80632959-F26E-0F42-B83D-0CD745A56344}" srcOrd="0" destOrd="0" presId="urn:microsoft.com/office/officeart/2005/8/layout/hierarchy1"/>
    <dgm:cxn modelId="{102EA2F3-BC50-4C48-A641-3616DF7037CF}" type="presParOf" srcId="{80632959-F26E-0F42-B83D-0CD745A56344}" destId="{C6889B4A-A1C3-AE4F-B359-EDC34D071562}" srcOrd="0" destOrd="0" presId="urn:microsoft.com/office/officeart/2005/8/layout/hierarchy1"/>
    <dgm:cxn modelId="{9FA5BCE7-67D0-449D-915B-1DC8AD1AF4D6}" type="presParOf" srcId="{80632959-F26E-0F42-B83D-0CD745A56344}" destId="{C7BFB9AC-490D-684C-AD05-725FCA559179}" srcOrd="1" destOrd="0" presId="urn:microsoft.com/office/officeart/2005/8/layout/hierarchy1"/>
    <dgm:cxn modelId="{7B69017A-5468-4EE2-9B0B-9FF1C8242BD3}" type="presParOf" srcId="{475CDCC4-99E6-AE40-993A-80ACB08444B9}" destId="{2F49A084-5E89-8544-B0F0-F8BF8ECA93ED}" srcOrd="1" destOrd="0" presId="urn:microsoft.com/office/officeart/2005/8/layout/hierarchy1"/>
    <dgm:cxn modelId="{BB8E30DA-CE4A-4BBD-BA00-1A6716F9A698}" type="presParOf" srcId="{2F49A084-5E89-8544-B0F0-F8BF8ECA93ED}" destId="{2E414492-F43C-AA49-B51E-0ED6D0144652}" srcOrd="0" destOrd="0" presId="urn:microsoft.com/office/officeart/2005/8/layout/hierarchy1"/>
    <dgm:cxn modelId="{C5E40ACC-5B4E-4A43-9EB7-90D47539E280}" type="presParOf" srcId="{2F49A084-5E89-8544-B0F0-F8BF8ECA93ED}" destId="{5525D7C2-81E4-FF4B-8B4D-0E636E9F643E}" srcOrd="1" destOrd="0" presId="urn:microsoft.com/office/officeart/2005/8/layout/hierarchy1"/>
    <dgm:cxn modelId="{D6441B02-AC6C-4A50-B1B7-F21EF7DF79FF}" type="presParOf" srcId="{5525D7C2-81E4-FF4B-8B4D-0E636E9F643E}" destId="{4F3A0766-3C68-594C-B679-35737288BD93}" srcOrd="0" destOrd="0" presId="urn:microsoft.com/office/officeart/2005/8/layout/hierarchy1"/>
    <dgm:cxn modelId="{149433DD-5E39-4004-B055-14F2D300F258}" type="presParOf" srcId="{4F3A0766-3C68-594C-B679-35737288BD93}" destId="{1A666A08-3657-A346-BA52-88A9FB0BBAAD}" srcOrd="0" destOrd="0" presId="urn:microsoft.com/office/officeart/2005/8/layout/hierarchy1"/>
    <dgm:cxn modelId="{36BDFEE7-6158-4829-BE97-EC80DDB821E5}" type="presParOf" srcId="{4F3A0766-3C68-594C-B679-35737288BD93}" destId="{9667A29C-175F-3046-887F-2D268E592584}" srcOrd="1" destOrd="0" presId="urn:microsoft.com/office/officeart/2005/8/layout/hierarchy1"/>
    <dgm:cxn modelId="{BEFD9FDC-A521-4F79-9A8D-BDCB6EDF8B8C}" type="presParOf" srcId="{5525D7C2-81E4-FF4B-8B4D-0E636E9F643E}" destId="{45A4F0D0-5A7C-A742-8F1A-1BE1A94228D5}" srcOrd="1" destOrd="0" presId="urn:microsoft.com/office/officeart/2005/8/layout/hierarchy1"/>
    <dgm:cxn modelId="{1CBEF523-D21B-4E18-AAEE-88D72575F735}" type="presParOf" srcId="{2F49A084-5E89-8544-B0F0-F8BF8ECA93ED}" destId="{0FC35C34-1647-41C4-A33A-18131333C0A6}" srcOrd="2" destOrd="0" presId="urn:microsoft.com/office/officeart/2005/8/layout/hierarchy1"/>
    <dgm:cxn modelId="{6E7C9A2A-6BD8-4080-9516-5A5A92D88432}" type="presParOf" srcId="{2F49A084-5E89-8544-B0F0-F8BF8ECA93ED}" destId="{CF06D13F-9363-4D87-A26E-EAD90AE68C32}" srcOrd="3" destOrd="0" presId="urn:microsoft.com/office/officeart/2005/8/layout/hierarchy1"/>
    <dgm:cxn modelId="{B6F2769A-F841-4468-8829-D6578B25DB6D}" type="presParOf" srcId="{CF06D13F-9363-4D87-A26E-EAD90AE68C32}" destId="{7195795F-839E-4D89-B357-BADB67163461}" srcOrd="0" destOrd="0" presId="urn:microsoft.com/office/officeart/2005/8/layout/hierarchy1"/>
    <dgm:cxn modelId="{17F4FE5D-C008-4EC0-AE9F-3104982D325C}" type="presParOf" srcId="{7195795F-839E-4D89-B357-BADB67163461}" destId="{5B745558-D3C7-450E-A5F0-69D20E3770B6}" srcOrd="0" destOrd="0" presId="urn:microsoft.com/office/officeart/2005/8/layout/hierarchy1"/>
    <dgm:cxn modelId="{D1C50485-D876-442A-8CE5-44E91462A191}" type="presParOf" srcId="{7195795F-839E-4D89-B357-BADB67163461}" destId="{CD14239B-612F-452E-9338-FAD1452BA31C}" srcOrd="1" destOrd="0" presId="urn:microsoft.com/office/officeart/2005/8/layout/hierarchy1"/>
    <dgm:cxn modelId="{F49E3799-490F-4010-9534-1BC44D53DBDE}" type="presParOf" srcId="{CF06D13F-9363-4D87-A26E-EAD90AE68C32}" destId="{582020CD-9D4E-4C9C-A410-06387CCA4E1C}" srcOrd="1" destOrd="0" presId="urn:microsoft.com/office/officeart/2005/8/layout/hierarchy1"/>
    <dgm:cxn modelId="{63BC1F7F-1EFA-401B-80B6-B9DA7157E461}" type="presParOf" srcId="{2F49A084-5E89-8544-B0F0-F8BF8ECA93ED}" destId="{6BEE3F14-F950-4C20-B3CD-6D6BBF2C2F86}" srcOrd="4" destOrd="0" presId="urn:microsoft.com/office/officeart/2005/8/layout/hierarchy1"/>
    <dgm:cxn modelId="{F492C451-DF48-49CF-A0BE-52512D3755D1}" type="presParOf" srcId="{2F49A084-5E89-8544-B0F0-F8BF8ECA93ED}" destId="{FFA294DD-9DBA-4D45-862C-5CA89044F584}" srcOrd="5" destOrd="0" presId="urn:microsoft.com/office/officeart/2005/8/layout/hierarchy1"/>
    <dgm:cxn modelId="{18643D0B-F553-43C3-8DB2-C9E31FCD3EE4}" type="presParOf" srcId="{FFA294DD-9DBA-4D45-862C-5CA89044F584}" destId="{1E92A701-6726-4C69-9A07-CA450F15DABA}" srcOrd="0" destOrd="0" presId="urn:microsoft.com/office/officeart/2005/8/layout/hierarchy1"/>
    <dgm:cxn modelId="{9377FE12-E9B5-4D44-A885-C86CDB4154A2}" type="presParOf" srcId="{1E92A701-6726-4C69-9A07-CA450F15DABA}" destId="{CE55E9BF-6609-41E0-8D0B-37733FE0144D}" srcOrd="0" destOrd="0" presId="urn:microsoft.com/office/officeart/2005/8/layout/hierarchy1"/>
    <dgm:cxn modelId="{48FC3E55-121C-44BC-B56B-8EB48A61A647}" type="presParOf" srcId="{1E92A701-6726-4C69-9A07-CA450F15DABA}" destId="{4A510F92-51CD-486D-8EF2-C2FAEFFCAF75}" srcOrd="1" destOrd="0" presId="urn:microsoft.com/office/officeart/2005/8/layout/hierarchy1"/>
    <dgm:cxn modelId="{C5436970-2A13-4770-88F0-82E29F139722}" type="presParOf" srcId="{FFA294DD-9DBA-4D45-862C-5CA89044F584}" destId="{F2D9010D-E291-4CB3-A40D-5A88D36807B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EE3F14-F950-4C20-B3CD-6D6BBF2C2F86}">
      <dsp:nvSpPr>
        <dsp:cNvPr id="0" name=""/>
        <dsp:cNvSpPr/>
      </dsp:nvSpPr>
      <dsp:spPr>
        <a:xfrm>
          <a:off x="10866041" y="1962140"/>
          <a:ext cx="758028" cy="8868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1324"/>
              </a:lnTo>
              <a:lnTo>
                <a:pt x="758028" y="861324"/>
              </a:lnTo>
              <a:lnTo>
                <a:pt x="758028" y="88688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C35C34-1647-41C4-A33A-18131333C0A6}">
      <dsp:nvSpPr>
        <dsp:cNvPr id="0" name=""/>
        <dsp:cNvSpPr/>
      </dsp:nvSpPr>
      <dsp:spPr>
        <a:xfrm>
          <a:off x="10807816" y="1962140"/>
          <a:ext cx="91440" cy="1391036"/>
        </a:xfrm>
        <a:custGeom>
          <a:avLst/>
          <a:gdLst/>
          <a:ahLst/>
          <a:cxnLst/>
          <a:rect l="0" t="0" r="0" b="0"/>
          <a:pathLst>
            <a:path>
              <a:moveTo>
                <a:pt x="58224" y="0"/>
              </a:moveTo>
              <a:lnTo>
                <a:pt x="58224" y="1365472"/>
              </a:lnTo>
              <a:lnTo>
                <a:pt x="45720" y="1365472"/>
              </a:lnTo>
              <a:lnTo>
                <a:pt x="45720" y="139103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414492-F43C-AA49-B51E-0ED6D0144652}">
      <dsp:nvSpPr>
        <dsp:cNvPr id="0" name=""/>
        <dsp:cNvSpPr/>
      </dsp:nvSpPr>
      <dsp:spPr>
        <a:xfrm>
          <a:off x="10002871" y="1962140"/>
          <a:ext cx="863169" cy="892979"/>
        </a:xfrm>
        <a:custGeom>
          <a:avLst/>
          <a:gdLst/>
          <a:ahLst/>
          <a:cxnLst/>
          <a:rect l="0" t="0" r="0" b="0"/>
          <a:pathLst>
            <a:path>
              <a:moveTo>
                <a:pt x="863169" y="0"/>
              </a:moveTo>
              <a:lnTo>
                <a:pt x="863169" y="867415"/>
              </a:lnTo>
              <a:lnTo>
                <a:pt x="0" y="867415"/>
              </a:lnTo>
              <a:lnTo>
                <a:pt x="0" y="89297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5741024" y="1058704"/>
          <a:ext cx="5125016" cy="7075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2010"/>
              </a:lnTo>
              <a:lnTo>
                <a:pt x="5125016" y="682010"/>
              </a:lnTo>
              <a:lnTo>
                <a:pt x="5125016" y="70757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9031043" y="2603738"/>
          <a:ext cx="91440" cy="413199"/>
        </a:xfrm>
        <a:custGeom>
          <a:avLst/>
          <a:gdLst/>
          <a:ahLst/>
          <a:cxnLst/>
          <a:rect l="0" t="0" r="0" b="0"/>
          <a:pathLst>
            <a:path>
              <a:moveTo>
                <a:pt x="46614" y="0"/>
              </a:moveTo>
              <a:lnTo>
                <a:pt x="46614" y="387636"/>
              </a:lnTo>
              <a:lnTo>
                <a:pt x="45720" y="387636"/>
              </a:lnTo>
              <a:lnTo>
                <a:pt x="45720" y="41319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501928" y="1980753"/>
          <a:ext cx="1575728" cy="394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8773"/>
              </a:lnTo>
              <a:lnTo>
                <a:pt x="1575728" y="368773"/>
              </a:lnTo>
              <a:lnTo>
                <a:pt x="1575728" y="394336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7966459" y="2600628"/>
          <a:ext cx="91440" cy="379086"/>
        </a:xfrm>
        <a:custGeom>
          <a:avLst/>
          <a:gdLst/>
          <a:ahLst/>
          <a:cxnLst/>
          <a:rect l="0" t="0" r="0" b="0"/>
          <a:pathLst>
            <a:path>
              <a:moveTo>
                <a:pt x="45816" y="0"/>
              </a:moveTo>
              <a:lnTo>
                <a:pt x="45816" y="353523"/>
              </a:lnTo>
              <a:lnTo>
                <a:pt x="45720" y="353523"/>
              </a:lnTo>
              <a:lnTo>
                <a:pt x="45720" y="379086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501928" y="1980753"/>
          <a:ext cx="510346" cy="429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3891"/>
              </a:lnTo>
              <a:lnTo>
                <a:pt x="510346" y="403891"/>
              </a:lnTo>
              <a:lnTo>
                <a:pt x="510346" y="42945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6128911" y="3344143"/>
          <a:ext cx="1003350" cy="7624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6886"/>
              </a:lnTo>
              <a:lnTo>
                <a:pt x="1003350" y="736886"/>
              </a:lnTo>
              <a:lnTo>
                <a:pt x="1003350" y="76244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5972031" y="3344143"/>
          <a:ext cx="156879" cy="760269"/>
        </a:xfrm>
        <a:custGeom>
          <a:avLst/>
          <a:gdLst/>
          <a:ahLst/>
          <a:cxnLst/>
          <a:rect l="0" t="0" r="0" b="0"/>
          <a:pathLst>
            <a:path>
              <a:moveTo>
                <a:pt x="156879" y="0"/>
              </a:moveTo>
              <a:lnTo>
                <a:pt x="156879" y="734706"/>
              </a:lnTo>
              <a:lnTo>
                <a:pt x="0" y="734706"/>
              </a:lnTo>
              <a:lnTo>
                <a:pt x="0" y="76026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6128911" y="3344143"/>
          <a:ext cx="2062015" cy="700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4808"/>
              </a:lnTo>
              <a:lnTo>
                <a:pt x="2062015" y="674808"/>
              </a:lnTo>
              <a:lnTo>
                <a:pt x="2062015" y="70037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4954944" y="3344143"/>
          <a:ext cx="1173966" cy="711525"/>
        </a:xfrm>
        <a:custGeom>
          <a:avLst/>
          <a:gdLst/>
          <a:ahLst/>
          <a:cxnLst/>
          <a:rect l="0" t="0" r="0" b="0"/>
          <a:pathLst>
            <a:path>
              <a:moveTo>
                <a:pt x="1173966" y="0"/>
              </a:moveTo>
              <a:lnTo>
                <a:pt x="1173966" y="685962"/>
              </a:lnTo>
              <a:lnTo>
                <a:pt x="0" y="685962"/>
              </a:lnTo>
              <a:lnTo>
                <a:pt x="0" y="71152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BEECA5-4C18-4449-AC3C-A222387A1755}">
      <dsp:nvSpPr>
        <dsp:cNvPr id="0" name=""/>
        <dsp:cNvSpPr/>
      </dsp:nvSpPr>
      <dsp:spPr>
        <a:xfrm>
          <a:off x="6026273" y="2640464"/>
          <a:ext cx="91440" cy="4395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4025"/>
              </a:lnTo>
              <a:lnTo>
                <a:pt x="102637" y="414025"/>
              </a:lnTo>
              <a:lnTo>
                <a:pt x="102637" y="439588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EFD511-0F87-48C6-B33F-3CD83EFAAD23}">
      <dsp:nvSpPr>
        <dsp:cNvPr id="0" name=""/>
        <dsp:cNvSpPr/>
      </dsp:nvSpPr>
      <dsp:spPr>
        <a:xfrm>
          <a:off x="6071993" y="2640464"/>
          <a:ext cx="945425" cy="745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9507"/>
              </a:lnTo>
              <a:lnTo>
                <a:pt x="945425" y="719507"/>
              </a:lnTo>
              <a:lnTo>
                <a:pt x="945425" y="74507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5146678" y="2640464"/>
          <a:ext cx="925315" cy="703678"/>
        </a:xfrm>
        <a:custGeom>
          <a:avLst/>
          <a:gdLst/>
          <a:ahLst/>
          <a:cxnLst/>
          <a:rect l="0" t="0" r="0" b="0"/>
          <a:pathLst>
            <a:path>
              <a:moveTo>
                <a:pt x="925315" y="0"/>
              </a:moveTo>
              <a:lnTo>
                <a:pt x="925315" y="678115"/>
              </a:lnTo>
              <a:lnTo>
                <a:pt x="0" y="678115"/>
              </a:lnTo>
              <a:lnTo>
                <a:pt x="0" y="703678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6071993" y="1980753"/>
          <a:ext cx="1429935" cy="431388"/>
        </a:xfrm>
        <a:custGeom>
          <a:avLst/>
          <a:gdLst/>
          <a:ahLst/>
          <a:cxnLst/>
          <a:rect l="0" t="0" r="0" b="0"/>
          <a:pathLst>
            <a:path>
              <a:moveTo>
                <a:pt x="1429935" y="0"/>
              </a:moveTo>
              <a:lnTo>
                <a:pt x="1429935" y="405824"/>
              </a:lnTo>
              <a:lnTo>
                <a:pt x="0" y="405824"/>
              </a:lnTo>
              <a:lnTo>
                <a:pt x="0" y="431388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4229626" y="2619854"/>
          <a:ext cx="482771" cy="662604"/>
        </a:xfrm>
        <a:custGeom>
          <a:avLst/>
          <a:gdLst/>
          <a:ahLst/>
          <a:cxnLst/>
          <a:rect l="0" t="0" r="0" b="0"/>
          <a:pathLst>
            <a:path>
              <a:moveTo>
                <a:pt x="482771" y="0"/>
              </a:moveTo>
              <a:lnTo>
                <a:pt x="482771" y="637040"/>
              </a:lnTo>
              <a:lnTo>
                <a:pt x="0" y="637040"/>
              </a:lnTo>
              <a:lnTo>
                <a:pt x="0" y="662604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3275041" y="3507192"/>
          <a:ext cx="743426" cy="5195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4010"/>
              </a:lnTo>
              <a:lnTo>
                <a:pt x="743426" y="494010"/>
              </a:lnTo>
              <a:lnTo>
                <a:pt x="743426" y="51957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2980556" y="3507192"/>
          <a:ext cx="294484" cy="593056"/>
        </a:xfrm>
        <a:custGeom>
          <a:avLst/>
          <a:gdLst/>
          <a:ahLst/>
          <a:cxnLst/>
          <a:rect l="0" t="0" r="0" b="0"/>
          <a:pathLst>
            <a:path>
              <a:moveTo>
                <a:pt x="294484" y="0"/>
              </a:moveTo>
              <a:lnTo>
                <a:pt x="294484" y="567493"/>
              </a:lnTo>
              <a:lnTo>
                <a:pt x="0" y="567493"/>
              </a:lnTo>
              <a:lnTo>
                <a:pt x="0" y="59305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2056542" y="3507192"/>
          <a:ext cx="1218498" cy="510705"/>
        </a:xfrm>
        <a:custGeom>
          <a:avLst/>
          <a:gdLst/>
          <a:ahLst/>
          <a:cxnLst/>
          <a:rect l="0" t="0" r="0" b="0"/>
          <a:pathLst>
            <a:path>
              <a:moveTo>
                <a:pt x="1218498" y="0"/>
              </a:moveTo>
              <a:lnTo>
                <a:pt x="1218498" y="485142"/>
              </a:lnTo>
              <a:lnTo>
                <a:pt x="0" y="485142"/>
              </a:lnTo>
              <a:lnTo>
                <a:pt x="0" y="51070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4B13CA-78DC-4553-B52F-86BB0E109E9A}">
      <dsp:nvSpPr>
        <dsp:cNvPr id="0" name=""/>
        <dsp:cNvSpPr/>
      </dsp:nvSpPr>
      <dsp:spPr>
        <a:xfrm>
          <a:off x="3275041" y="2619854"/>
          <a:ext cx="1437356" cy="662590"/>
        </a:xfrm>
        <a:custGeom>
          <a:avLst/>
          <a:gdLst/>
          <a:ahLst/>
          <a:cxnLst/>
          <a:rect l="0" t="0" r="0" b="0"/>
          <a:pathLst>
            <a:path>
              <a:moveTo>
                <a:pt x="1437356" y="0"/>
              </a:moveTo>
              <a:lnTo>
                <a:pt x="1437356" y="637026"/>
              </a:lnTo>
              <a:lnTo>
                <a:pt x="0" y="637026"/>
              </a:lnTo>
              <a:lnTo>
                <a:pt x="0" y="66259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9A5F3A-4E52-48EA-859C-370CC039C2FD}">
      <dsp:nvSpPr>
        <dsp:cNvPr id="0" name=""/>
        <dsp:cNvSpPr/>
      </dsp:nvSpPr>
      <dsp:spPr>
        <a:xfrm>
          <a:off x="2127993" y="2619854"/>
          <a:ext cx="2584403" cy="603698"/>
        </a:xfrm>
        <a:custGeom>
          <a:avLst/>
          <a:gdLst/>
          <a:ahLst/>
          <a:cxnLst/>
          <a:rect l="0" t="0" r="0" b="0"/>
          <a:pathLst>
            <a:path>
              <a:moveTo>
                <a:pt x="2584403" y="0"/>
              </a:moveTo>
              <a:lnTo>
                <a:pt x="2584403" y="578134"/>
              </a:lnTo>
              <a:lnTo>
                <a:pt x="0" y="578134"/>
              </a:lnTo>
              <a:lnTo>
                <a:pt x="0" y="603698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1260540" y="2619854"/>
          <a:ext cx="3451857" cy="556273"/>
        </a:xfrm>
        <a:custGeom>
          <a:avLst/>
          <a:gdLst/>
          <a:ahLst/>
          <a:cxnLst/>
          <a:rect l="0" t="0" r="0" b="0"/>
          <a:pathLst>
            <a:path>
              <a:moveTo>
                <a:pt x="3451857" y="0"/>
              </a:moveTo>
              <a:lnTo>
                <a:pt x="3451857" y="530710"/>
              </a:lnTo>
              <a:lnTo>
                <a:pt x="0" y="530710"/>
              </a:lnTo>
              <a:lnTo>
                <a:pt x="0" y="556273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4712397" y="1980753"/>
          <a:ext cx="2789531" cy="400101"/>
        </a:xfrm>
        <a:custGeom>
          <a:avLst/>
          <a:gdLst/>
          <a:ahLst/>
          <a:cxnLst/>
          <a:rect l="0" t="0" r="0" b="0"/>
          <a:pathLst>
            <a:path>
              <a:moveTo>
                <a:pt x="2789531" y="0"/>
              </a:moveTo>
              <a:lnTo>
                <a:pt x="2789531" y="374538"/>
              </a:lnTo>
              <a:lnTo>
                <a:pt x="0" y="374538"/>
              </a:lnTo>
              <a:lnTo>
                <a:pt x="0" y="400101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741024" y="1058704"/>
          <a:ext cx="1760904" cy="6940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8518"/>
              </a:lnTo>
              <a:lnTo>
                <a:pt x="1760904" y="668518"/>
              </a:lnTo>
              <a:lnTo>
                <a:pt x="1760904" y="69408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2497015" y="2032150"/>
          <a:ext cx="960806" cy="2350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471"/>
              </a:lnTo>
              <a:lnTo>
                <a:pt x="960806" y="209471"/>
              </a:lnTo>
              <a:lnTo>
                <a:pt x="960806" y="23503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2451295" y="2032150"/>
          <a:ext cx="91440" cy="6399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14433"/>
              </a:lnTo>
              <a:lnTo>
                <a:pt x="105658" y="614433"/>
              </a:lnTo>
              <a:lnTo>
                <a:pt x="105658" y="6399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1796845" y="2032150"/>
          <a:ext cx="700169" cy="226517"/>
        </a:xfrm>
        <a:custGeom>
          <a:avLst/>
          <a:gdLst/>
          <a:ahLst/>
          <a:cxnLst/>
          <a:rect l="0" t="0" r="0" b="0"/>
          <a:pathLst>
            <a:path>
              <a:moveTo>
                <a:pt x="700169" y="0"/>
              </a:moveTo>
              <a:lnTo>
                <a:pt x="700169" y="200953"/>
              </a:lnTo>
              <a:lnTo>
                <a:pt x="0" y="200953"/>
              </a:lnTo>
              <a:lnTo>
                <a:pt x="0" y="22651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2497015" y="1058704"/>
          <a:ext cx="3244009" cy="694081"/>
        </a:xfrm>
        <a:custGeom>
          <a:avLst/>
          <a:gdLst/>
          <a:ahLst/>
          <a:cxnLst/>
          <a:rect l="0" t="0" r="0" b="0"/>
          <a:pathLst>
            <a:path>
              <a:moveTo>
                <a:pt x="3244009" y="0"/>
              </a:moveTo>
              <a:lnTo>
                <a:pt x="3244009" y="668518"/>
              </a:lnTo>
              <a:lnTo>
                <a:pt x="0" y="668518"/>
              </a:lnTo>
              <a:lnTo>
                <a:pt x="0" y="69408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731692" y="1959203"/>
          <a:ext cx="560995" cy="709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3624"/>
              </a:lnTo>
              <a:lnTo>
                <a:pt x="560995" y="683624"/>
              </a:lnTo>
              <a:lnTo>
                <a:pt x="560995" y="70918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292279" y="1959203"/>
          <a:ext cx="439413" cy="727041"/>
        </a:xfrm>
        <a:custGeom>
          <a:avLst/>
          <a:gdLst/>
          <a:ahLst/>
          <a:cxnLst/>
          <a:rect l="0" t="0" r="0" b="0"/>
          <a:pathLst>
            <a:path>
              <a:moveTo>
                <a:pt x="439413" y="0"/>
              </a:moveTo>
              <a:lnTo>
                <a:pt x="439413" y="701478"/>
              </a:lnTo>
              <a:lnTo>
                <a:pt x="0" y="701478"/>
              </a:lnTo>
              <a:lnTo>
                <a:pt x="0" y="72704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731692" y="1058704"/>
          <a:ext cx="5009331" cy="685061"/>
        </a:xfrm>
        <a:custGeom>
          <a:avLst/>
          <a:gdLst/>
          <a:ahLst/>
          <a:cxnLst/>
          <a:rect l="0" t="0" r="0" b="0"/>
          <a:pathLst>
            <a:path>
              <a:moveTo>
                <a:pt x="5009331" y="0"/>
              </a:moveTo>
              <a:lnTo>
                <a:pt x="5009331" y="659497"/>
              </a:lnTo>
              <a:lnTo>
                <a:pt x="0" y="659497"/>
              </a:lnTo>
              <a:lnTo>
                <a:pt x="0" y="68506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560729" y="175134"/>
          <a:ext cx="2360589" cy="8835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591390" y="204261"/>
          <a:ext cx="2360589" cy="8835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Data Analytics</a:t>
          </a:r>
          <a:endParaRPr lang="en-GB" sz="24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Jatin Rathod | IP-11635 | Cloud </a:t>
          </a:r>
          <a:r>
            <a:rPr lang="en-GB" sz="1600" b="1" kern="1200" dirty="0" err="1"/>
            <a:t>Counselage</a:t>
          </a:r>
          <a:r>
            <a:rPr lang="en-GB" sz="1600" b="1" kern="1200" dirty="0"/>
            <a:t> GPI</a:t>
          </a:r>
        </a:p>
      </dsp:txBody>
      <dsp:txXfrm>
        <a:off x="4617269" y="230140"/>
        <a:ext cx="2308831" cy="831812"/>
      </dsp:txXfrm>
    </dsp:sp>
    <dsp:sp modelId="{98C76165-9034-1643-9104-9B92F7A95E7E}">
      <dsp:nvSpPr>
        <dsp:cNvPr id="0" name=""/>
        <dsp:cNvSpPr/>
      </dsp:nvSpPr>
      <dsp:spPr>
        <a:xfrm>
          <a:off x="249302" y="1743765"/>
          <a:ext cx="964780" cy="21543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279963" y="1772893"/>
          <a:ext cx="964780" cy="215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286273" y="1779203"/>
        <a:ext cx="952160" cy="202818"/>
      </dsp:txXfrm>
    </dsp:sp>
    <dsp:sp modelId="{44BEB450-4BCD-F54F-A322-73AA595A8A41}">
      <dsp:nvSpPr>
        <dsp:cNvPr id="0" name=""/>
        <dsp:cNvSpPr/>
      </dsp:nvSpPr>
      <dsp:spPr>
        <a:xfrm>
          <a:off x="5600" y="2686245"/>
          <a:ext cx="573358" cy="2735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36260" y="2715373"/>
          <a:ext cx="573358" cy="2735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Project Charter</a:t>
          </a:r>
        </a:p>
      </dsp:txBody>
      <dsp:txXfrm>
        <a:off x="44272" y="2723385"/>
        <a:ext cx="557334" cy="257519"/>
      </dsp:txXfrm>
    </dsp:sp>
    <dsp:sp modelId="{FEEC3C17-77DE-4445-9F57-EC26BC3F2F4C}">
      <dsp:nvSpPr>
        <dsp:cNvPr id="0" name=""/>
        <dsp:cNvSpPr/>
      </dsp:nvSpPr>
      <dsp:spPr>
        <a:xfrm>
          <a:off x="888152" y="2668391"/>
          <a:ext cx="809072" cy="23673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918812" y="2697519"/>
          <a:ext cx="809072" cy="2367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Requirements &amp; SRS</a:t>
          </a:r>
          <a:endParaRPr lang="en-GB" sz="900" kern="1200" dirty="0"/>
        </a:p>
      </dsp:txBody>
      <dsp:txXfrm>
        <a:off x="925746" y="2704453"/>
        <a:ext cx="795204" cy="222869"/>
      </dsp:txXfrm>
    </dsp:sp>
    <dsp:sp modelId="{10ED8AD8-C95D-7F46-8284-6BFFCB8023D0}">
      <dsp:nvSpPr>
        <dsp:cNvPr id="0" name=""/>
        <dsp:cNvSpPr/>
      </dsp:nvSpPr>
      <dsp:spPr>
        <a:xfrm>
          <a:off x="2081991" y="1752785"/>
          <a:ext cx="830047" cy="27936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2112652" y="1781913"/>
          <a:ext cx="830047" cy="2793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2120834" y="1790095"/>
        <a:ext cx="813683" cy="263000"/>
      </dsp:txXfrm>
    </dsp:sp>
    <dsp:sp modelId="{6E16703E-D480-984D-B802-173E140186A1}">
      <dsp:nvSpPr>
        <dsp:cNvPr id="0" name=""/>
        <dsp:cNvSpPr/>
      </dsp:nvSpPr>
      <dsp:spPr>
        <a:xfrm>
          <a:off x="1584194" y="2258667"/>
          <a:ext cx="425302" cy="1563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1614855" y="2287795"/>
          <a:ext cx="425302" cy="1563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WBS</a:t>
          </a:r>
        </a:p>
      </dsp:txBody>
      <dsp:txXfrm>
        <a:off x="1619434" y="2292374"/>
        <a:ext cx="416144" cy="147197"/>
      </dsp:txXfrm>
    </dsp:sp>
    <dsp:sp modelId="{9BB62355-7E98-FF48-B43F-443943F5FC67}">
      <dsp:nvSpPr>
        <dsp:cNvPr id="0" name=""/>
        <dsp:cNvSpPr/>
      </dsp:nvSpPr>
      <dsp:spPr>
        <a:xfrm>
          <a:off x="2269869" y="2672147"/>
          <a:ext cx="574167" cy="1456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2300530" y="2701274"/>
          <a:ext cx="574167" cy="1456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Schedule</a:t>
          </a:r>
        </a:p>
      </dsp:txBody>
      <dsp:txXfrm>
        <a:off x="2304796" y="2705540"/>
        <a:ext cx="565635" cy="137103"/>
      </dsp:txXfrm>
    </dsp:sp>
    <dsp:sp modelId="{06B3B77D-83B7-4F4F-A505-FD6E2141620B}">
      <dsp:nvSpPr>
        <dsp:cNvPr id="0" name=""/>
        <dsp:cNvSpPr/>
      </dsp:nvSpPr>
      <dsp:spPr>
        <a:xfrm>
          <a:off x="3013170" y="2267185"/>
          <a:ext cx="889301" cy="2069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3043831" y="2296313"/>
          <a:ext cx="889301" cy="2069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RAID &amp; Lessons</a:t>
          </a:r>
          <a:endParaRPr lang="en-GB" sz="1000" kern="1200" dirty="0"/>
        </a:p>
      </dsp:txBody>
      <dsp:txXfrm>
        <a:off x="3049892" y="2302374"/>
        <a:ext cx="877179" cy="194826"/>
      </dsp:txXfrm>
    </dsp:sp>
    <dsp:sp modelId="{B1AEAF6C-B8B1-1748-805C-DEA9F80466AD}">
      <dsp:nvSpPr>
        <dsp:cNvPr id="0" name=""/>
        <dsp:cNvSpPr/>
      </dsp:nvSpPr>
      <dsp:spPr>
        <a:xfrm>
          <a:off x="6918593" y="1752785"/>
          <a:ext cx="1166671" cy="22796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6949253" y="1781913"/>
          <a:ext cx="1166671" cy="227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6955930" y="1788590"/>
        <a:ext cx="1153317" cy="214613"/>
      </dsp:txXfrm>
    </dsp:sp>
    <dsp:sp modelId="{D69C27FE-178C-0B44-8F16-561617AC1399}">
      <dsp:nvSpPr>
        <dsp:cNvPr id="0" name=""/>
        <dsp:cNvSpPr/>
      </dsp:nvSpPr>
      <dsp:spPr>
        <a:xfrm>
          <a:off x="4351683" y="2380854"/>
          <a:ext cx="721428" cy="238999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4382343" y="2409982"/>
          <a:ext cx="721428" cy="2389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Data Cleaning</a:t>
          </a:r>
          <a:endParaRPr lang="en-GB" sz="1000" kern="1200" dirty="0"/>
        </a:p>
      </dsp:txBody>
      <dsp:txXfrm>
        <a:off x="4389343" y="2416982"/>
        <a:ext cx="707428" cy="224999"/>
      </dsp:txXfrm>
    </dsp:sp>
    <dsp:sp modelId="{27CAD266-EAE3-2A42-904D-42C85764CE0C}">
      <dsp:nvSpPr>
        <dsp:cNvPr id="0" name=""/>
        <dsp:cNvSpPr/>
      </dsp:nvSpPr>
      <dsp:spPr>
        <a:xfrm>
          <a:off x="943582" y="3176127"/>
          <a:ext cx="633915" cy="270888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974243" y="3205255"/>
          <a:ext cx="633915" cy="270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Data Profiling</a:t>
          </a:r>
          <a:endParaRPr lang="en-GB" sz="1000" kern="1200" dirty="0"/>
        </a:p>
      </dsp:txBody>
      <dsp:txXfrm>
        <a:off x="982177" y="3213189"/>
        <a:ext cx="618047" cy="255020"/>
      </dsp:txXfrm>
    </dsp:sp>
    <dsp:sp modelId="{6B746CC5-1B73-4770-A074-3F7C0BB16490}">
      <dsp:nvSpPr>
        <dsp:cNvPr id="0" name=""/>
        <dsp:cNvSpPr/>
      </dsp:nvSpPr>
      <dsp:spPr>
        <a:xfrm>
          <a:off x="1795126" y="3223552"/>
          <a:ext cx="665734" cy="333586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0C65A8-4FC8-49A3-A3A3-AD0E47C7423F}">
      <dsp:nvSpPr>
        <dsp:cNvPr id="0" name=""/>
        <dsp:cNvSpPr/>
      </dsp:nvSpPr>
      <dsp:spPr>
        <a:xfrm>
          <a:off x="1825787" y="3252680"/>
          <a:ext cx="665734" cy="3335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000" kern="1200" dirty="0"/>
            <a:t>Outlier Detection </a:t>
          </a:r>
          <a:endParaRPr lang="en-GB" sz="1000" kern="1200" dirty="0"/>
        </a:p>
      </dsp:txBody>
      <dsp:txXfrm>
        <a:off x="1835557" y="3262450"/>
        <a:ext cx="646194" cy="314046"/>
      </dsp:txXfrm>
    </dsp:sp>
    <dsp:sp modelId="{EC15A6C4-0CA9-40F8-9808-F865E2333BF2}">
      <dsp:nvSpPr>
        <dsp:cNvPr id="0" name=""/>
        <dsp:cNvSpPr/>
      </dsp:nvSpPr>
      <dsp:spPr>
        <a:xfrm>
          <a:off x="2841141" y="3282444"/>
          <a:ext cx="867799" cy="224748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67FC2-42CC-421F-A060-8662D6988BAB}">
      <dsp:nvSpPr>
        <dsp:cNvPr id="0" name=""/>
        <dsp:cNvSpPr/>
      </dsp:nvSpPr>
      <dsp:spPr>
        <a:xfrm>
          <a:off x="2871802" y="3311572"/>
          <a:ext cx="867799" cy="2247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b="0" kern="1200" dirty="0"/>
            <a:t>Standardization </a:t>
          </a:r>
          <a:endParaRPr lang="en-GB" sz="900" b="0" kern="1200" dirty="0"/>
        </a:p>
      </dsp:txBody>
      <dsp:txXfrm>
        <a:off x="2878385" y="3318155"/>
        <a:ext cx="854633" cy="211582"/>
      </dsp:txXfrm>
    </dsp:sp>
    <dsp:sp modelId="{B98F8870-53AF-2E47-8DC4-D3880E39DAC2}">
      <dsp:nvSpPr>
        <dsp:cNvPr id="0" name=""/>
        <dsp:cNvSpPr/>
      </dsp:nvSpPr>
      <dsp:spPr>
        <a:xfrm>
          <a:off x="1806816" y="4017898"/>
          <a:ext cx="499452" cy="235410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1837476" y="4047026"/>
          <a:ext cx="499452" cy="2354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Project Report</a:t>
          </a:r>
        </a:p>
      </dsp:txBody>
      <dsp:txXfrm>
        <a:off x="1844371" y="4053921"/>
        <a:ext cx="485662" cy="221620"/>
      </dsp:txXfrm>
    </dsp:sp>
    <dsp:sp modelId="{C320C1A5-5933-7346-8BDE-9AEE18EED0D5}">
      <dsp:nvSpPr>
        <dsp:cNvPr id="0" name=""/>
        <dsp:cNvSpPr/>
      </dsp:nvSpPr>
      <dsp:spPr>
        <a:xfrm>
          <a:off x="2585493" y="4100249"/>
          <a:ext cx="790125" cy="301534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2616154" y="4129377"/>
          <a:ext cx="790125" cy="301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IAC Submission</a:t>
          </a:r>
          <a:endParaRPr lang="en-GB" sz="900" kern="1200" dirty="0"/>
        </a:p>
      </dsp:txBody>
      <dsp:txXfrm>
        <a:off x="2624986" y="4138209"/>
        <a:ext cx="772461" cy="283870"/>
      </dsp:txXfrm>
    </dsp:sp>
    <dsp:sp modelId="{E8292A70-5998-2848-8036-0475A0D76C22}">
      <dsp:nvSpPr>
        <dsp:cNvPr id="0" name=""/>
        <dsp:cNvSpPr/>
      </dsp:nvSpPr>
      <dsp:spPr>
        <a:xfrm>
          <a:off x="3635368" y="4026766"/>
          <a:ext cx="766198" cy="238437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3666029" y="4055894"/>
          <a:ext cx="766198" cy="238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Experience Letter</a:t>
          </a:r>
        </a:p>
      </dsp:txBody>
      <dsp:txXfrm>
        <a:off x="3673013" y="4062878"/>
        <a:ext cx="752230" cy="224469"/>
      </dsp:txXfrm>
    </dsp:sp>
    <dsp:sp modelId="{B971B8B7-8197-DF40-94B7-D04DF948C93E}">
      <dsp:nvSpPr>
        <dsp:cNvPr id="0" name=""/>
        <dsp:cNvSpPr/>
      </dsp:nvSpPr>
      <dsp:spPr>
        <a:xfrm>
          <a:off x="3926213" y="3282458"/>
          <a:ext cx="606825" cy="198336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3956874" y="3311586"/>
          <a:ext cx="606825" cy="1983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Q1–Q9 Analysis</a:t>
          </a:r>
          <a:endParaRPr lang="en-GB" sz="900" kern="1200" dirty="0"/>
        </a:p>
      </dsp:txBody>
      <dsp:txXfrm>
        <a:off x="3962683" y="3317395"/>
        <a:ext cx="595207" cy="186718"/>
      </dsp:txXfrm>
    </dsp:sp>
    <dsp:sp modelId="{6D5BA4A2-8D20-0449-9E98-F0EF444A63FB}">
      <dsp:nvSpPr>
        <dsp:cNvPr id="0" name=""/>
        <dsp:cNvSpPr/>
      </dsp:nvSpPr>
      <dsp:spPr>
        <a:xfrm>
          <a:off x="5735783" y="2412141"/>
          <a:ext cx="672420" cy="228323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5766444" y="2441269"/>
          <a:ext cx="672420" cy="2283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EDA – Basic </a:t>
          </a:r>
        </a:p>
      </dsp:txBody>
      <dsp:txXfrm>
        <a:off x="5773131" y="2447956"/>
        <a:ext cx="659046" cy="214949"/>
      </dsp:txXfrm>
    </dsp:sp>
    <dsp:sp modelId="{F7A0C49C-47A1-134D-818D-55E7FE493CB6}">
      <dsp:nvSpPr>
        <dsp:cNvPr id="0" name=""/>
        <dsp:cNvSpPr/>
      </dsp:nvSpPr>
      <dsp:spPr>
        <a:xfrm>
          <a:off x="4771573" y="3344143"/>
          <a:ext cx="750210" cy="234313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4802234" y="3373270"/>
          <a:ext cx="750210" cy="234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0" kern="1200" dirty="0"/>
            <a:t>EDA Notebook</a:t>
          </a:r>
        </a:p>
      </dsp:txBody>
      <dsp:txXfrm>
        <a:off x="4809097" y="3380133"/>
        <a:ext cx="736484" cy="220587"/>
      </dsp:txXfrm>
    </dsp:sp>
    <dsp:sp modelId="{C4889D53-DF6E-4642-A197-917C59F648DF}">
      <dsp:nvSpPr>
        <dsp:cNvPr id="0" name=""/>
        <dsp:cNvSpPr/>
      </dsp:nvSpPr>
      <dsp:spPr>
        <a:xfrm>
          <a:off x="6772955" y="3385535"/>
          <a:ext cx="488927" cy="224394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A6CE5-DA05-497B-B717-71ABD29A5A2F}">
      <dsp:nvSpPr>
        <dsp:cNvPr id="0" name=""/>
        <dsp:cNvSpPr/>
      </dsp:nvSpPr>
      <dsp:spPr>
        <a:xfrm>
          <a:off x="6803616" y="3414662"/>
          <a:ext cx="488927" cy="224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000" kern="1200" dirty="0"/>
            <a:t>Sample Filter</a:t>
          </a:r>
          <a:endParaRPr lang="en-GB" sz="1000" kern="1200" dirty="0"/>
        </a:p>
      </dsp:txBody>
      <dsp:txXfrm>
        <a:off x="6810188" y="3421234"/>
        <a:ext cx="475783" cy="211250"/>
      </dsp:txXfrm>
    </dsp:sp>
    <dsp:sp modelId="{860EDE5E-86EC-4ACE-8262-1CBD131BC2E7}">
      <dsp:nvSpPr>
        <dsp:cNvPr id="0" name=""/>
        <dsp:cNvSpPr/>
      </dsp:nvSpPr>
      <dsp:spPr>
        <a:xfrm>
          <a:off x="5693826" y="3080053"/>
          <a:ext cx="870169" cy="264090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539BE-58BB-49ED-BC15-3FD6685AF763}">
      <dsp:nvSpPr>
        <dsp:cNvPr id="0" name=""/>
        <dsp:cNvSpPr/>
      </dsp:nvSpPr>
      <dsp:spPr>
        <a:xfrm>
          <a:off x="5724487" y="3109180"/>
          <a:ext cx="870169" cy="264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000" kern="1200" dirty="0"/>
            <a:t>Quadrant Segmentation</a:t>
          </a:r>
          <a:endParaRPr lang="en-GB" sz="1000" kern="1200" dirty="0"/>
        </a:p>
      </dsp:txBody>
      <dsp:txXfrm>
        <a:off x="5732222" y="3116915"/>
        <a:ext cx="854699" cy="248620"/>
      </dsp:txXfrm>
    </dsp:sp>
    <dsp:sp modelId="{2CCD2003-1084-6E45-A16F-8DD22C2F3363}">
      <dsp:nvSpPr>
        <dsp:cNvPr id="0" name=""/>
        <dsp:cNvSpPr/>
      </dsp:nvSpPr>
      <dsp:spPr>
        <a:xfrm>
          <a:off x="4656175" y="4055668"/>
          <a:ext cx="597537" cy="203258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4686836" y="4084796"/>
          <a:ext cx="597537" cy="203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kern="1200" dirty="0"/>
            <a:t>Summary </a:t>
          </a:r>
          <a:endParaRPr lang="en-GB" sz="1000" b="0" kern="1200" dirty="0"/>
        </a:p>
      </dsp:txBody>
      <dsp:txXfrm>
        <a:off x="4692789" y="4090749"/>
        <a:ext cx="585631" cy="191352"/>
      </dsp:txXfrm>
    </dsp:sp>
    <dsp:sp modelId="{79156C9E-B7D6-044E-BDFF-0A9B633EEE56}">
      <dsp:nvSpPr>
        <dsp:cNvPr id="0" name=""/>
        <dsp:cNvSpPr/>
      </dsp:nvSpPr>
      <dsp:spPr>
        <a:xfrm>
          <a:off x="7843650" y="4044515"/>
          <a:ext cx="694551" cy="247144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874311" y="4073643"/>
          <a:ext cx="694551" cy="2471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Key Findings</a:t>
          </a:r>
        </a:p>
      </dsp:txBody>
      <dsp:txXfrm>
        <a:off x="7881550" y="4080882"/>
        <a:ext cx="680073" cy="232666"/>
      </dsp:txXfrm>
    </dsp:sp>
    <dsp:sp modelId="{C19139E1-A0BD-5B49-997C-3539729C0F4B}">
      <dsp:nvSpPr>
        <dsp:cNvPr id="0" name=""/>
        <dsp:cNvSpPr/>
      </dsp:nvSpPr>
      <dsp:spPr>
        <a:xfrm>
          <a:off x="5459399" y="4104413"/>
          <a:ext cx="1025265" cy="249104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5490059" y="4133540"/>
          <a:ext cx="1025265" cy="249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Recommendations</a:t>
          </a:r>
        </a:p>
      </dsp:txBody>
      <dsp:txXfrm>
        <a:off x="5497355" y="4140836"/>
        <a:ext cx="1010673" cy="234512"/>
      </dsp:txXfrm>
    </dsp:sp>
    <dsp:sp modelId="{7BC15EF3-0DDB-9343-A8E7-056233817092}">
      <dsp:nvSpPr>
        <dsp:cNvPr id="0" name=""/>
        <dsp:cNvSpPr/>
      </dsp:nvSpPr>
      <dsp:spPr>
        <a:xfrm>
          <a:off x="6794406" y="4106592"/>
          <a:ext cx="675710" cy="22523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6825067" y="4135720"/>
          <a:ext cx="675710" cy="2252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Future Scope</a:t>
          </a:r>
        </a:p>
      </dsp:txBody>
      <dsp:txXfrm>
        <a:off x="6831664" y="4142317"/>
        <a:ext cx="662516" cy="212041"/>
      </dsp:txXfrm>
    </dsp:sp>
    <dsp:sp modelId="{5F730CFB-B1DC-214D-A699-48CA2DB8DCBA}">
      <dsp:nvSpPr>
        <dsp:cNvPr id="0" name=""/>
        <dsp:cNvSpPr/>
      </dsp:nvSpPr>
      <dsp:spPr>
        <a:xfrm>
          <a:off x="7520098" y="2410208"/>
          <a:ext cx="984353" cy="190419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7550759" y="2439336"/>
          <a:ext cx="984353" cy="1904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EDA – Moderate </a:t>
          </a:r>
        </a:p>
      </dsp:txBody>
      <dsp:txXfrm>
        <a:off x="7556336" y="2444913"/>
        <a:ext cx="973199" cy="179265"/>
      </dsp:txXfrm>
    </dsp:sp>
    <dsp:sp modelId="{2DCC3036-0B92-6C48-918D-7A4A72D3008D}">
      <dsp:nvSpPr>
        <dsp:cNvPr id="0" name=""/>
        <dsp:cNvSpPr/>
      </dsp:nvSpPr>
      <dsp:spPr>
        <a:xfrm>
          <a:off x="7640604" y="2979715"/>
          <a:ext cx="743148" cy="297794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7671265" y="3008842"/>
          <a:ext cx="743148" cy="2977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Q10–Q17 Analysis</a:t>
          </a:r>
          <a:endParaRPr lang="en-GB" sz="1000" kern="1200" dirty="0"/>
        </a:p>
      </dsp:txBody>
      <dsp:txXfrm>
        <a:off x="7679987" y="3017564"/>
        <a:ext cx="725704" cy="280350"/>
      </dsp:txXfrm>
    </dsp:sp>
    <dsp:sp modelId="{E25B53CB-CF47-6D48-8760-6D5D8C409868}">
      <dsp:nvSpPr>
        <dsp:cNvPr id="0" name=""/>
        <dsp:cNvSpPr/>
      </dsp:nvSpPr>
      <dsp:spPr>
        <a:xfrm>
          <a:off x="8747054" y="2375089"/>
          <a:ext cx="661206" cy="228648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8777714" y="2404217"/>
          <a:ext cx="661206" cy="2286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kern="1200" dirty="0"/>
            <a:t>Dashboard</a:t>
          </a:r>
          <a:endParaRPr lang="en-GB" sz="1000" b="0" kern="1200" dirty="0"/>
        </a:p>
      </dsp:txBody>
      <dsp:txXfrm>
        <a:off x="8784411" y="2410914"/>
        <a:ext cx="647812" cy="215254"/>
      </dsp:txXfrm>
    </dsp:sp>
    <dsp:sp modelId="{F661BCB1-6019-854E-AB11-069C96B73448}">
      <dsp:nvSpPr>
        <dsp:cNvPr id="0" name=""/>
        <dsp:cNvSpPr/>
      </dsp:nvSpPr>
      <dsp:spPr>
        <a:xfrm>
          <a:off x="8705248" y="3016938"/>
          <a:ext cx="743030" cy="215917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8735908" y="3046066"/>
          <a:ext cx="743030" cy="2159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Power BI  Dashboard</a:t>
          </a:r>
        </a:p>
      </dsp:txBody>
      <dsp:txXfrm>
        <a:off x="8742232" y="3052390"/>
        <a:ext cx="730382" cy="203269"/>
      </dsp:txXfrm>
    </dsp:sp>
    <dsp:sp modelId="{C6889B4A-A1C3-AE4F-B359-EDC34D071562}">
      <dsp:nvSpPr>
        <dsp:cNvPr id="0" name=""/>
        <dsp:cNvSpPr/>
      </dsp:nvSpPr>
      <dsp:spPr>
        <a:xfrm>
          <a:off x="10439309" y="1766278"/>
          <a:ext cx="853463" cy="1958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469970" y="1795406"/>
          <a:ext cx="853463" cy="1958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475707" y="1801143"/>
        <a:ext cx="841989" cy="184388"/>
      </dsp:txXfrm>
    </dsp:sp>
    <dsp:sp modelId="{1A666A08-3657-A346-BA52-88A9FB0BBAAD}">
      <dsp:nvSpPr>
        <dsp:cNvPr id="0" name=""/>
        <dsp:cNvSpPr/>
      </dsp:nvSpPr>
      <dsp:spPr>
        <a:xfrm>
          <a:off x="9752289" y="2855119"/>
          <a:ext cx="501165" cy="20760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9782949" y="2884247"/>
          <a:ext cx="501165" cy="207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Lessons Learnt </a:t>
          </a:r>
        </a:p>
      </dsp:txBody>
      <dsp:txXfrm>
        <a:off x="9789030" y="2890328"/>
        <a:ext cx="489003" cy="195444"/>
      </dsp:txXfrm>
    </dsp:sp>
    <dsp:sp modelId="{5B745558-D3C7-450E-A5F0-69D20E3770B6}">
      <dsp:nvSpPr>
        <dsp:cNvPr id="0" name=""/>
        <dsp:cNvSpPr/>
      </dsp:nvSpPr>
      <dsp:spPr>
        <a:xfrm>
          <a:off x="10414301" y="3353176"/>
          <a:ext cx="878470" cy="33536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4239B-612F-452E-9338-FAD1452BA31C}">
      <dsp:nvSpPr>
        <dsp:cNvPr id="0" name=""/>
        <dsp:cNvSpPr/>
      </dsp:nvSpPr>
      <dsp:spPr>
        <a:xfrm>
          <a:off x="10444962" y="3382304"/>
          <a:ext cx="878470" cy="3353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000" kern="1200" dirty="0"/>
            <a:t>Demo Recording</a:t>
          </a:r>
          <a:endParaRPr lang="en-GB" sz="1000" kern="1200" dirty="0"/>
        </a:p>
      </dsp:txBody>
      <dsp:txXfrm>
        <a:off x="10454785" y="3392127"/>
        <a:ext cx="858824" cy="315722"/>
      </dsp:txXfrm>
    </dsp:sp>
    <dsp:sp modelId="{CE55E9BF-6609-41E0-8D0B-37733FE0144D}">
      <dsp:nvSpPr>
        <dsp:cNvPr id="0" name=""/>
        <dsp:cNvSpPr/>
      </dsp:nvSpPr>
      <dsp:spPr>
        <a:xfrm>
          <a:off x="11260970" y="2849028"/>
          <a:ext cx="726197" cy="40970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10F92-51CD-486D-8EF2-C2FAEFFCAF75}">
      <dsp:nvSpPr>
        <dsp:cNvPr id="0" name=""/>
        <dsp:cNvSpPr/>
      </dsp:nvSpPr>
      <dsp:spPr>
        <a:xfrm>
          <a:off x="11291631" y="2878156"/>
          <a:ext cx="726197" cy="4097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000" kern="1200" dirty="0"/>
            <a:t>Document Review</a:t>
          </a:r>
          <a:endParaRPr lang="en-GB" sz="1000" kern="1200" dirty="0"/>
        </a:p>
      </dsp:txBody>
      <dsp:txXfrm>
        <a:off x="11303631" y="2890156"/>
        <a:ext cx="702197" cy="3857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57121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IP-</a:t>
            </a:r>
            <a:r>
              <a:rPr lang="en-IN" b="1" dirty="0"/>
              <a:t>11635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</a:t>
            </a:r>
            <a:r>
              <a:rPr lang="en-GB" b="1" dirty="0"/>
              <a:t>Data Analytics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8222630"/>
              </p:ext>
            </p:extLst>
          </p:nvPr>
        </p:nvGraphicFramePr>
        <p:xfrm>
          <a:off x="93306" y="1654487"/>
          <a:ext cx="12017829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7019</TotalTime>
  <Words>92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inherit</vt:lpstr>
      <vt:lpstr>Office Theme</vt:lpstr>
      <vt:lpstr>WORK BREAKDOWN STRUCTURE –  IP-11635 Live Project Deliverables–  ‘Data Analytics’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Jatin Rathod</cp:lastModifiedBy>
  <cp:revision>243</cp:revision>
  <dcterms:created xsi:type="dcterms:W3CDTF">2023-07-15T03:43:48Z</dcterms:created>
  <dcterms:modified xsi:type="dcterms:W3CDTF">2026-08-15T21:34:00Z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